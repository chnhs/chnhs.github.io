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/>
    <p:restoredTop sz="94604"/>
  </p:normalViewPr>
  <p:slideViewPr>
    <p:cSldViewPr snapToGrid="0" snapToObjects="1">
      <p:cViewPr>
        <p:scale>
          <a:sx n="210" d="100"/>
          <a:sy n="210" d="100"/>
        </p:scale>
        <p:origin x="144" y="-2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983D8-AD3C-084A-B4BC-C833BD7EE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3AC216-62D7-4948-8B01-77D5C86E9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0F08A-9CB2-684A-A329-7A76382E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2B04A-68BD-3E49-8079-95715BF4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37FE82-5DAF-6447-9CFA-01D3EC1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181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BF0D2-9125-004A-B429-2BA0ABC3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97C38-8242-0C40-8A9D-7FAEC136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52FAA-E87D-7E4C-9CEC-0656D2D1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24B8BB-CBC8-9E44-A121-6E7057B4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2FB1A-0BF0-5A4C-ACB3-C04D38CE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681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DF003-5324-3142-BC16-D9E61EB1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A7B1FC-EA24-194A-B1F4-5F54CF44C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43E6FA-3FF9-604A-8117-94555075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707A7-F4EE-3744-B6B5-250600240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0FF93-022D-D548-90DD-D6476517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601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9964E-39ED-FD4C-B744-9C2982DF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BB278-1B13-9340-A0FA-FDCB355FA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616C99-5A80-B34F-9F4A-231876B4F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67872B-7780-674F-8906-568E3645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D3A4CB-D2F8-604A-9951-164381EE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A6E6A7-927F-084A-A2BB-5F854392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409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C75C5-F15E-1947-8D49-C3B5E1FB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533F6A-1B47-E446-AC12-87A6CF3A5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DD278F-A401-634A-A34A-5AB195542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652C83-5C3C-6B45-A706-3ACAC9EC5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806FA8-9DAC-9147-8FE2-7E89E528A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5A0120-DB4A-DB4B-ABC7-5A8537ED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C7C4C6-CD69-AE44-8053-6E62FC78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A6A00C-446A-EC49-A61E-29596DBC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408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1FE33-F4CC-9643-B274-ABA0AE77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AB4C08-77B8-944D-8E10-751B5B38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A27358-9457-414D-877C-F45DAD2E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C54544-D23C-A440-9DB7-55FC0C61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7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FB277C-B02F-8649-84C6-AB40ACEF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B52EA4-6DAB-9640-97FD-B42880CB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EBCB2-61D5-AA48-B0C0-81FAFEBF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349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3663A-D841-9646-AD9B-066D916B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3C04C0-8487-4141-8E0A-9FA2FB090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1736D2-9235-4443-BD12-6BDECB5BB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45BB4E-4B6F-EE41-BA97-27245C5F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137D5-25BA-9F42-A2F3-E017C69E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0F853A-757C-A14D-BF3D-377DF6DB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831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774F-AEF3-F04E-9B83-FE6DD11F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73FDC9-AEED-2E4A-9A5D-7EC4704F7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01C454-A322-A849-9572-87E5D2190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CC40C1-8A94-1E43-BE41-8510CE71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49BEAA-467C-8145-92F1-51EA7F9B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E8E870-BED5-F343-8CD9-B65B1D09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529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D0700-EDF9-EA40-A377-29FFE884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A184CC-1546-2C46-845D-75792351E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E3449-614D-6246-865B-C11A53FA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15B233-638E-A64E-BC7E-5860558C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0D56D-A00B-414F-AD1B-E1A14786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085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51C307-B841-0D42-B777-F14AFBA2A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74AF7C-5200-EF4C-82C8-9C140EE9D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82D08-A2CA-134C-AF66-71969FCC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EF72F8-3DF6-0A49-AD1E-1A5712BE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B6ECB-8892-9945-98B1-22E4B412B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847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175AC0-C59C-964F-8DDD-A95C896D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C67F30-9C38-AA4A-8852-A85D2A7F6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57788-5DE1-6B42-8279-827DB6553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7C54E-1188-ED47-AB98-BEBD0FADCE68}" type="datetimeFigureOut">
              <a:rPr kumimoji="1" lang="zh-CN" altLang="en-US" smtClean="0"/>
              <a:t>2020/1/11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CC0B3D-85D6-824D-AD3D-4D90BA3DD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167FA8-88DE-6642-A70B-F5D9A5404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9BCB-F858-0B40-8AA8-62EA5A7737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763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25ACA66A-1B92-794F-A7A0-29F53C557707}"/>
              </a:ext>
            </a:extLst>
          </p:cNvPr>
          <p:cNvGrpSpPr/>
          <p:nvPr/>
        </p:nvGrpSpPr>
        <p:grpSpPr>
          <a:xfrm>
            <a:off x="5293922" y="3670216"/>
            <a:ext cx="1689100" cy="1100048"/>
            <a:chOff x="932348" y="4065993"/>
            <a:chExt cx="1689100" cy="1100048"/>
          </a:xfrm>
        </p:grpSpPr>
        <p:sp>
          <p:nvSpPr>
            <p:cNvPr id="6" name="任意形状 5">
              <a:extLst>
                <a:ext uri="{FF2B5EF4-FFF2-40B4-BE49-F238E27FC236}">
                  <a16:creationId xmlns:a16="http://schemas.microsoft.com/office/drawing/2014/main" id="{ECAA1E54-6AC9-6D4C-906B-4488CAE9125A}"/>
                </a:ext>
              </a:extLst>
            </p:cNvPr>
            <p:cNvSpPr/>
            <p:nvPr/>
          </p:nvSpPr>
          <p:spPr>
            <a:xfrm>
              <a:off x="1003421" y="4087951"/>
              <a:ext cx="1585053" cy="1017607"/>
            </a:xfrm>
            <a:custGeom>
              <a:avLst/>
              <a:gdLst>
                <a:gd name="connsiteX0" fmla="*/ 221672 w 1126946"/>
                <a:gd name="connsiteY0" fmla="*/ 0 h 1505527"/>
                <a:gd name="connsiteX1" fmla="*/ 221672 w 1126946"/>
                <a:gd name="connsiteY1" fmla="*/ 0 h 1505527"/>
                <a:gd name="connsiteX2" fmla="*/ 1016000 w 1126946"/>
                <a:gd name="connsiteY2" fmla="*/ 932873 h 1505527"/>
                <a:gd name="connsiteX3" fmla="*/ 1080654 w 1126946"/>
                <a:gd name="connsiteY3" fmla="*/ 1025236 h 1505527"/>
                <a:gd name="connsiteX4" fmla="*/ 1099127 w 1126946"/>
                <a:gd name="connsiteY4" fmla="*/ 1052945 h 1505527"/>
                <a:gd name="connsiteX5" fmla="*/ 1108363 w 1126946"/>
                <a:gd name="connsiteY5" fmla="*/ 1089891 h 1505527"/>
                <a:gd name="connsiteX6" fmla="*/ 1126836 w 1126946"/>
                <a:gd name="connsiteY6" fmla="*/ 1117600 h 1505527"/>
                <a:gd name="connsiteX7" fmla="*/ 1099127 w 1126946"/>
                <a:gd name="connsiteY7" fmla="*/ 1154545 h 1505527"/>
                <a:gd name="connsiteX8" fmla="*/ 1043709 w 1126946"/>
                <a:gd name="connsiteY8" fmla="*/ 1209963 h 1505527"/>
                <a:gd name="connsiteX9" fmla="*/ 951345 w 1126946"/>
                <a:gd name="connsiteY9" fmla="*/ 1274618 h 1505527"/>
                <a:gd name="connsiteX10" fmla="*/ 794327 w 1126946"/>
                <a:gd name="connsiteY10" fmla="*/ 1385454 h 1505527"/>
                <a:gd name="connsiteX11" fmla="*/ 692727 w 1126946"/>
                <a:gd name="connsiteY11" fmla="*/ 1440873 h 1505527"/>
                <a:gd name="connsiteX12" fmla="*/ 572654 w 1126946"/>
                <a:gd name="connsiteY12" fmla="*/ 1496291 h 1505527"/>
                <a:gd name="connsiteX13" fmla="*/ 517236 w 1126946"/>
                <a:gd name="connsiteY13" fmla="*/ 1505527 h 1505527"/>
                <a:gd name="connsiteX14" fmla="*/ 461818 w 1126946"/>
                <a:gd name="connsiteY14" fmla="*/ 1431636 h 1505527"/>
                <a:gd name="connsiteX15" fmla="*/ 406400 w 1126946"/>
                <a:gd name="connsiteY15" fmla="*/ 1283854 h 1505527"/>
                <a:gd name="connsiteX16" fmla="*/ 378691 w 1126946"/>
                <a:gd name="connsiteY16" fmla="*/ 1191491 h 1505527"/>
                <a:gd name="connsiteX17" fmla="*/ 323272 w 1126946"/>
                <a:gd name="connsiteY17" fmla="*/ 969818 h 1505527"/>
                <a:gd name="connsiteX18" fmla="*/ 267854 w 1126946"/>
                <a:gd name="connsiteY18" fmla="*/ 775854 h 1505527"/>
                <a:gd name="connsiteX19" fmla="*/ 240145 w 1126946"/>
                <a:gd name="connsiteY19" fmla="*/ 665018 h 1505527"/>
                <a:gd name="connsiteX20" fmla="*/ 203200 w 1126946"/>
                <a:gd name="connsiteY20" fmla="*/ 563418 h 1505527"/>
                <a:gd name="connsiteX21" fmla="*/ 175491 w 1126946"/>
                <a:gd name="connsiteY21" fmla="*/ 461818 h 1505527"/>
                <a:gd name="connsiteX22" fmla="*/ 138545 w 1126946"/>
                <a:gd name="connsiteY22" fmla="*/ 378691 h 1505527"/>
                <a:gd name="connsiteX23" fmla="*/ 110836 w 1126946"/>
                <a:gd name="connsiteY23" fmla="*/ 304800 h 1505527"/>
                <a:gd name="connsiteX24" fmla="*/ 92363 w 1126946"/>
                <a:gd name="connsiteY24" fmla="*/ 240145 h 1505527"/>
                <a:gd name="connsiteX25" fmla="*/ 64654 w 1126946"/>
                <a:gd name="connsiteY25" fmla="*/ 184727 h 1505527"/>
                <a:gd name="connsiteX26" fmla="*/ 46182 w 1126946"/>
                <a:gd name="connsiteY26" fmla="*/ 129309 h 1505527"/>
                <a:gd name="connsiteX27" fmla="*/ 27709 w 1126946"/>
                <a:gd name="connsiteY27" fmla="*/ 92363 h 1505527"/>
                <a:gd name="connsiteX28" fmla="*/ 9236 w 1126946"/>
                <a:gd name="connsiteY28" fmla="*/ 27709 h 1505527"/>
                <a:gd name="connsiteX29" fmla="*/ 0 w 1126946"/>
                <a:gd name="connsiteY29" fmla="*/ 18473 h 1505527"/>
                <a:gd name="connsiteX30" fmla="*/ 221672 w 1126946"/>
                <a:gd name="connsiteY30" fmla="*/ 0 h 1505527"/>
                <a:gd name="connsiteX0" fmla="*/ 221672 w 1126946"/>
                <a:gd name="connsiteY0" fmla="*/ 0 h 1505527"/>
                <a:gd name="connsiteX1" fmla="*/ 221672 w 1126946"/>
                <a:gd name="connsiteY1" fmla="*/ 0 h 1505527"/>
                <a:gd name="connsiteX2" fmla="*/ 1016000 w 1126946"/>
                <a:gd name="connsiteY2" fmla="*/ 932873 h 1505527"/>
                <a:gd name="connsiteX3" fmla="*/ 1080654 w 1126946"/>
                <a:gd name="connsiteY3" fmla="*/ 1025236 h 1505527"/>
                <a:gd name="connsiteX4" fmla="*/ 1099127 w 1126946"/>
                <a:gd name="connsiteY4" fmla="*/ 1052945 h 1505527"/>
                <a:gd name="connsiteX5" fmla="*/ 1108363 w 1126946"/>
                <a:gd name="connsiteY5" fmla="*/ 1089891 h 1505527"/>
                <a:gd name="connsiteX6" fmla="*/ 1126836 w 1126946"/>
                <a:gd name="connsiteY6" fmla="*/ 1117600 h 1505527"/>
                <a:gd name="connsiteX7" fmla="*/ 1099127 w 1126946"/>
                <a:gd name="connsiteY7" fmla="*/ 1154545 h 1505527"/>
                <a:gd name="connsiteX8" fmla="*/ 1043709 w 1126946"/>
                <a:gd name="connsiteY8" fmla="*/ 1209963 h 1505527"/>
                <a:gd name="connsiteX9" fmla="*/ 951345 w 1126946"/>
                <a:gd name="connsiteY9" fmla="*/ 1274618 h 1505527"/>
                <a:gd name="connsiteX10" fmla="*/ 794327 w 1126946"/>
                <a:gd name="connsiteY10" fmla="*/ 1385454 h 1505527"/>
                <a:gd name="connsiteX11" fmla="*/ 692727 w 1126946"/>
                <a:gd name="connsiteY11" fmla="*/ 1440873 h 1505527"/>
                <a:gd name="connsiteX12" fmla="*/ 572654 w 1126946"/>
                <a:gd name="connsiteY12" fmla="*/ 1496291 h 1505527"/>
                <a:gd name="connsiteX13" fmla="*/ 517236 w 1126946"/>
                <a:gd name="connsiteY13" fmla="*/ 1505527 h 1505527"/>
                <a:gd name="connsiteX14" fmla="*/ 461818 w 1126946"/>
                <a:gd name="connsiteY14" fmla="*/ 1431636 h 1505527"/>
                <a:gd name="connsiteX15" fmla="*/ 406400 w 1126946"/>
                <a:gd name="connsiteY15" fmla="*/ 1283854 h 1505527"/>
                <a:gd name="connsiteX16" fmla="*/ 378691 w 1126946"/>
                <a:gd name="connsiteY16" fmla="*/ 1191491 h 1505527"/>
                <a:gd name="connsiteX17" fmla="*/ 323272 w 1126946"/>
                <a:gd name="connsiteY17" fmla="*/ 969818 h 1505527"/>
                <a:gd name="connsiteX18" fmla="*/ 267854 w 1126946"/>
                <a:gd name="connsiteY18" fmla="*/ 775854 h 1505527"/>
                <a:gd name="connsiteX19" fmla="*/ 240145 w 1126946"/>
                <a:gd name="connsiteY19" fmla="*/ 665018 h 1505527"/>
                <a:gd name="connsiteX20" fmla="*/ 203200 w 1126946"/>
                <a:gd name="connsiteY20" fmla="*/ 563418 h 1505527"/>
                <a:gd name="connsiteX21" fmla="*/ 175491 w 1126946"/>
                <a:gd name="connsiteY21" fmla="*/ 461818 h 1505527"/>
                <a:gd name="connsiteX22" fmla="*/ 138545 w 1126946"/>
                <a:gd name="connsiteY22" fmla="*/ 378691 h 1505527"/>
                <a:gd name="connsiteX23" fmla="*/ 110836 w 1126946"/>
                <a:gd name="connsiteY23" fmla="*/ 304800 h 1505527"/>
                <a:gd name="connsiteX24" fmla="*/ 92363 w 1126946"/>
                <a:gd name="connsiteY24" fmla="*/ 240145 h 1505527"/>
                <a:gd name="connsiteX25" fmla="*/ 64654 w 1126946"/>
                <a:gd name="connsiteY25" fmla="*/ 184727 h 1505527"/>
                <a:gd name="connsiteX26" fmla="*/ 46182 w 1126946"/>
                <a:gd name="connsiteY26" fmla="*/ 129309 h 1505527"/>
                <a:gd name="connsiteX27" fmla="*/ 27709 w 1126946"/>
                <a:gd name="connsiteY27" fmla="*/ 92363 h 1505527"/>
                <a:gd name="connsiteX28" fmla="*/ 9236 w 1126946"/>
                <a:gd name="connsiteY28" fmla="*/ 27709 h 1505527"/>
                <a:gd name="connsiteX29" fmla="*/ 0 w 1126946"/>
                <a:gd name="connsiteY29" fmla="*/ 18473 h 1505527"/>
                <a:gd name="connsiteX30" fmla="*/ 258434 w 1126946"/>
                <a:gd name="connsiteY30" fmla="*/ 394921 h 1505527"/>
                <a:gd name="connsiteX31" fmla="*/ 221672 w 1126946"/>
                <a:gd name="connsiteY31" fmla="*/ 0 h 1505527"/>
                <a:gd name="connsiteX0" fmla="*/ 509081 w 1126946"/>
                <a:gd name="connsiteY0" fmla="*/ 211329 h 1541365"/>
                <a:gd name="connsiteX1" fmla="*/ 221672 w 1126946"/>
                <a:gd name="connsiteY1" fmla="*/ 35838 h 1541365"/>
                <a:gd name="connsiteX2" fmla="*/ 1016000 w 1126946"/>
                <a:gd name="connsiteY2" fmla="*/ 968711 h 1541365"/>
                <a:gd name="connsiteX3" fmla="*/ 1080654 w 1126946"/>
                <a:gd name="connsiteY3" fmla="*/ 1061074 h 1541365"/>
                <a:gd name="connsiteX4" fmla="*/ 1099127 w 1126946"/>
                <a:gd name="connsiteY4" fmla="*/ 1088783 h 1541365"/>
                <a:gd name="connsiteX5" fmla="*/ 1108363 w 1126946"/>
                <a:gd name="connsiteY5" fmla="*/ 1125729 h 1541365"/>
                <a:gd name="connsiteX6" fmla="*/ 1126836 w 1126946"/>
                <a:gd name="connsiteY6" fmla="*/ 1153438 h 1541365"/>
                <a:gd name="connsiteX7" fmla="*/ 1099127 w 1126946"/>
                <a:gd name="connsiteY7" fmla="*/ 1190383 h 1541365"/>
                <a:gd name="connsiteX8" fmla="*/ 1043709 w 1126946"/>
                <a:gd name="connsiteY8" fmla="*/ 1245801 h 1541365"/>
                <a:gd name="connsiteX9" fmla="*/ 951345 w 1126946"/>
                <a:gd name="connsiteY9" fmla="*/ 1310456 h 1541365"/>
                <a:gd name="connsiteX10" fmla="*/ 794327 w 1126946"/>
                <a:gd name="connsiteY10" fmla="*/ 1421292 h 1541365"/>
                <a:gd name="connsiteX11" fmla="*/ 692727 w 1126946"/>
                <a:gd name="connsiteY11" fmla="*/ 1476711 h 1541365"/>
                <a:gd name="connsiteX12" fmla="*/ 572654 w 1126946"/>
                <a:gd name="connsiteY12" fmla="*/ 1532129 h 1541365"/>
                <a:gd name="connsiteX13" fmla="*/ 517236 w 1126946"/>
                <a:gd name="connsiteY13" fmla="*/ 1541365 h 1541365"/>
                <a:gd name="connsiteX14" fmla="*/ 461818 w 1126946"/>
                <a:gd name="connsiteY14" fmla="*/ 1467474 h 1541365"/>
                <a:gd name="connsiteX15" fmla="*/ 406400 w 1126946"/>
                <a:gd name="connsiteY15" fmla="*/ 1319692 h 1541365"/>
                <a:gd name="connsiteX16" fmla="*/ 378691 w 1126946"/>
                <a:gd name="connsiteY16" fmla="*/ 1227329 h 1541365"/>
                <a:gd name="connsiteX17" fmla="*/ 323272 w 1126946"/>
                <a:gd name="connsiteY17" fmla="*/ 1005656 h 1541365"/>
                <a:gd name="connsiteX18" fmla="*/ 267854 w 1126946"/>
                <a:gd name="connsiteY18" fmla="*/ 811692 h 1541365"/>
                <a:gd name="connsiteX19" fmla="*/ 240145 w 1126946"/>
                <a:gd name="connsiteY19" fmla="*/ 700856 h 1541365"/>
                <a:gd name="connsiteX20" fmla="*/ 203200 w 1126946"/>
                <a:gd name="connsiteY20" fmla="*/ 599256 h 1541365"/>
                <a:gd name="connsiteX21" fmla="*/ 175491 w 1126946"/>
                <a:gd name="connsiteY21" fmla="*/ 497656 h 1541365"/>
                <a:gd name="connsiteX22" fmla="*/ 138545 w 1126946"/>
                <a:gd name="connsiteY22" fmla="*/ 414529 h 1541365"/>
                <a:gd name="connsiteX23" fmla="*/ 110836 w 1126946"/>
                <a:gd name="connsiteY23" fmla="*/ 340638 h 1541365"/>
                <a:gd name="connsiteX24" fmla="*/ 92363 w 1126946"/>
                <a:gd name="connsiteY24" fmla="*/ 275983 h 1541365"/>
                <a:gd name="connsiteX25" fmla="*/ 64654 w 1126946"/>
                <a:gd name="connsiteY25" fmla="*/ 220565 h 1541365"/>
                <a:gd name="connsiteX26" fmla="*/ 46182 w 1126946"/>
                <a:gd name="connsiteY26" fmla="*/ 165147 h 1541365"/>
                <a:gd name="connsiteX27" fmla="*/ 27709 w 1126946"/>
                <a:gd name="connsiteY27" fmla="*/ 128201 h 1541365"/>
                <a:gd name="connsiteX28" fmla="*/ 9236 w 1126946"/>
                <a:gd name="connsiteY28" fmla="*/ 63547 h 1541365"/>
                <a:gd name="connsiteX29" fmla="*/ 0 w 1126946"/>
                <a:gd name="connsiteY29" fmla="*/ 54311 h 1541365"/>
                <a:gd name="connsiteX30" fmla="*/ 258434 w 1126946"/>
                <a:gd name="connsiteY30" fmla="*/ 430759 h 1541365"/>
                <a:gd name="connsiteX31" fmla="*/ 509081 w 1126946"/>
                <a:gd name="connsiteY31" fmla="*/ 211329 h 1541365"/>
                <a:gd name="connsiteX0" fmla="*/ 509081 w 1126946"/>
                <a:gd name="connsiteY0" fmla="*/ 211329 h 1541365"/>
                <a:gd name="connsiteX1" fmla="*/ 221672 w 1126946"/>
                <a:gd name="connsiteY1" fmla="*/ 35838 h 1541365"/>
                <a:gd name="connsiteX2" fmla="*/ 1016000 w 1126946"/>
                <a:gd name="connsiteY2" fmla="*/ 968711 h 1541365"/>
                <a:gd name="connsiteX3" fmla="*/ 1080654 w 1126946"/>
                <a:gd name="connsiteY3" fmla="*/ 1061074 h 1541365"/>
                <a:gd name="connsiteX4" fmla="*/ 1099127 w 1126946"/>
                <a:gd name="connsiteY4" fmla="*/ 1088783 h 1541365"/>
                <a:gd name="connsiteX5" fmla="*/ 1108363 w 1126946"/>
                <a:gd name="connsiteY5" fmla="*/ 1125729 h 1541365"/>
                <a:gd name="connsiteX6" fmla="*/ 1126836 w 1126946"/>
                <a:gd name="connsiteY6" fmla="*/ 1153438 h 1541365"/>
                <a:gd name="connsiteX7" fmla="*/ 1099127 w 1126946"/>
                <a:gd name="connsiteY7" fmla="*/ 1190383 h 1541365"/>
                <a:gd name="connsiteX8" fmla="*/ 1043709 w 1126946"/>
                <a:gd name="connsiteY8" fmla="*/ 1245801 h 1541365"/>
                <a:gd name="connsiteX9" fmla="*/ 951345 w 1126946"/>
                <a:gd name="connsiteY9" fmla="*/ 1310456 h 1541365"/>
                <a:gd name="connsiteX10" fmla="*/ 794327 w 1126946"/>
                <a:gd name="connsiteY10" fmla="*/ 1421292 h 1541365"/>
                <a:gd name="connsiteX11" fmla="*/ 692727 w 1126946"/>
                <a:gd name="connsiteY11" fmla="*/ 1476711 h 1541365"/>
                <a:gd name="connsiteX12" fmla="*/ 572654 w 1126946"/>
                <a:gd name="connsiteY12" fmla="*/ 1532129 h 1541365"/>
                <a:gd name="connsiteX13" fmla="*/ 517236 w 1126946"/>
                <a:gd name="connsiteY13" fmla="*/ 1541365 h 1541365"/>
                <a:gd name="connsiteX14" fmla="*/ 461818 w 1126946"/>
                <a:gd name="connsiteY14" fmla="*/ 1467474 h 1541365"/>
                <a:gd name="connsiteX15" fmla="*/ 406400 w 1126946"/>
                <a:gd name="connsiteY15" fmla="*/ 1319692 h 1541365"/>
                <a:gd name="connsiteX16" fmla="*/ 378691 w 1126946"/>
                <a:gd name="connsiteY16" fmla="*/ 1227329 h 1541365"/>
                <a:gd name="connsiteX17" fmla="*/ 323272 w 1126946"/>
                <a:gd name="connsiteY17" fmla="*/ 1005656 h 1541365"/>
                <a:gd name="connsiteX18" fmla="*/ 267854 w 1126946"/>
                <a:gd name="connsiteY18" fmla="*/ 811692 h 1541365"/>
                <a:gd name="connsiteX19" fmla="*/ 240145 w 1126946"/>
                <a:gd name="connsiteY19" fmla="*/ 700856 h 1541365"/>
                <a:gd name="connsiteX20" fmla="*/ 203200 w 1126946"/>
                <a:gd name="connsiteY20" fmla="*/ 599256 h 1541365"/>
                <a:gd name="connsiteX21" fmla="*/ 175491 w 1126946"/>
                <a:gd name="connsiteY21" fmla="*/ 497656 h 1541365"/>
                <a:gd name="connsiteX22" fmla="*/ 138545 w 1126946"/>
                <a:gd name="connsiteY22" fmla="*/ 414529 h 1541365"/>
                <a:gd name="connsiteX23" fmla="*/ 110836 w 1126946"/>
                <a:gd name="connsiteY23" fmla="*/ 340638 h 1541365"/>
                <a:gd name="connsiteX24" fmla="*/ 92363 w 1126946"/>
                <a:gd name="connsiteY24" fmla="*/ 275983 h 1541365"/>
                <a:gd name="connsiteX25" fmla="*/ 64654 w 1126946"/>
                <a:gd name="connsiteY25" fmla="*/ 220565 h 1541365"/>
                <a:gd name="connsiteX26" fmla="*/ 46182 w 1126946"/>
                <a:gd name="connsiteY26" fmla="*/ 165147 h 1541365"/>
                <a:gd name="connsiteX27" fmla="*/ 27709 w 1126946"/>
                <a:gd name="connsiteY27" fmla="*/ 128201 h 1541365"/>
                <a:gd name="connsiteX28" fmla="*/ 9236 w 1126946"/>
                <a:gd name="connsiteY28" fmla="*/ 63547 h 1541365"/>
                <a:gd name="connsiteX29" fmla="*/ 0 w 1126946"/>
                <a:gd name="connsiteY29" fmla="*/ 54311 h 1541365"/>
                <a:gd name="connsiteX30" fmla="*/ 258434 w 1126946"/>
                <a:gd name="connsiteY30" fmla="*/ 430759 h 1541365"/>
                <a:gd name="connsiteX31" fmla="*/ 509081 w 1126946"/>
                <a:gd name="connsiteY31" fmla="*/ 211329 h 1541365"/>
                <a:gd name="connsiteX0" fmla="*/ 509081 w 1126946"/>
                <a:gd name="connsiteY0" fmla="*/ 157020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23272 w 1126946"/>
                <a:gd name="connsiteY17" fmla="*/ 951347 h 1487056"/>
                <a:gd name="connsiteX18" fmla="*/ 267854 w 1126946"/>
                <a:gd name="connsiteY18" fmla="*/ 757383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258434 w 1126946"/>
                <a:gd name="connsiteY30" fmla="*/ 376450 h 1487056"/>
                <a:gd name="connsiteX31" fmla="*/ 509081 w 1126946"/>
                <a:gd name="connsiteY31" fmla="*/ 157020 h 1487056"/>
                <a:gd name="connsiteX0" fmla="*/ 509081 w 1126946"/>
                <a:gd name="connsiteY0" fmla="*/ 175493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23272 w 1126946"/>
                <a:gd name="connsiteY17" fmla="*/ 951347 h 1487056"/>
                <a:gd name="connsiteX18" fmla="*/ 267854 w 1126946"/>
                <a:gd name="connsiteY18" fmla="*/ 757383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258434 w 1126946"/>
                <a:gd name="connsiteY30" fmla="*/ 376450 h 1487056"/>
                <a:gd name="connsiteX31" fmla="*/ 509081 w 1126946"/>
                <a:gd name="connsiteY31" fmla="*/ 175493 h 1487056"/>
                <a:gd name="connsiteX0" fmla="*/ 429665 w 1126946"/>
                <a:gd name="connsiteY0" fmla="*/ 193966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23272 w 1126946"/>
                <a:gd name="connsiteY17" fmla="*/ 951347 h 1487056"/>
                <a:gd name="connsiteX18" fmla="*/ 267854 w 1126946"/>
                <a:gd name="connsiteY18" fmla="*/ 757383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258434 w 1126946"/>
                <a:gd name="connsiteY30" fmla="*/ 376450 h 1487056"/>
                <a:gd name="connsiteX31" fmla="*/ 429665 w 1126946"/>
                <a:gd name="connsiteY31" fmla="*/ 193966 h 1487056"/>
                <a:gd name="connsiteX0" fmla="*/ 429665 w 1126946"/>
                <a:gd name="connsiteY0" fmla="*/ 193966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23272 w 1126946"/>
                <a:gd name="connsiteY17" fmla="*/ 951347 h 1487056"/>
                <a:gd name="connsiteX18" fmla="*/ 267854 w 1126946"/>
                <a:gd name="connsiteY18" fmla="*/ 757383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258434 w 1126946"/>
                <a:gd name="connsiteY30" fmla="*/ 376450 h 1487056"/>
                <a:gd name="connsiteX31" fmla="*/ 429665 w 1126946"/>
                <a:gd name="connsiteY31" fmla="*/ 193966 h 1487056"/>
                <a:gd name="connsiteX0" fmla="*/ 429665 w 1126946"/>
                <a:gd name="connsiteY0" fmla="*/ 193966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23272 w 1126946"/>
                <a:gd name="connsiteY17" fmla="*/ 951347 h 1487056"/>
                <a:gd name="connsiteX18" fmla="*/ 267854 w 1126946"/>
                <a:gd name="connsiteY18" fmla="*/ 757383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307596 w 1126946"/>
                <a:gd name="connsiteY30" fmla="*/ 274850 h 1487056"/>
                <a:gd name="connsiteX31" fmla="*/ 429665 w 1126946"/>
                <a:gd name="connsiteY31" fmla="*/ 193966 h 1487056"/>
                <a:gd name="connsiteX0" fmla="*/ 429665 w 1126946"/>
                <a:gd name="connsiteY0" fmla="*/ 193966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23272 w 1126946"/>
                <a:gd name="connsiteY17" fmla="*/ 951347 h 1487056"/>
                <a:gd name="connsiteX18" fmla="*/ 252727 w 1126946"/>
                <a:gd name="connsiteY18" fmla="*/ 979056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307596 w 1126946"/>
                <a:gd name="connsiteY30" fmla="*/ 274850 h 1487056"/>
                <a:gd name="connsiteX31" fmla="*/ 429665 w 1126946"/>
                <a:gd name="connsiteY31" fmla="*/ 193966 h 1487056"/>
                <a:gd name="connsiteX0" fmla="*/ 429665 w 1126946"/>
                <a:gd name="connsiteY0" fmla="*/ 193966 h 1487056"/>
                <a:gd name="connsiteX1" fmla="*/ 660349 w 1126946"/>
                <a:gd name="connsiteY1" fmla="*/ 304802 h 1487056"/>
                <a:gd name="connsiteX2" fmla="*/ 1016000 w 1126946"/>
                <a:gd name="connsiteY2" fmla="*/ 914402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19491 w 1126946"/>
                <a:gd name="connsiteY17" fmla="*/ 1136075 h 1487056"/>
                <a:gd name="connsiteX18" fmla="*/ 252727 w 1126946"/>
                <a:gd name="connsiteY18" fmla="*/ 979056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307596 w 1126946"/>
                <a:gd name="connsiteY30" fmla="*/ 274850 h 1487056"/>
                <a:gd name="connsiteX31" fmla="*/ 429665 w 1126946"/>
                <a:gd name="connsiteY31" fmla="*/ 193966 h 1487056"/>
                <a:gd name="connsiteX0" fmla="*/ 429665 w 1126946"/>
                <a:gd name="connsiteY0" fmla="*/ 193966 h 1487056"/>
                <a:gd name="connsiteX1" fmla="*/ 660349 w 1126946"/>
                <a:gd name="connsiteY1" fmla="*/ 304802 h 1487056"/>
                <a:gd name="connsiteX2" fmla="*/ 770189 w 1126946"/>
                <a:gd name="connsiteY2" fmla="*/ 471057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19491 w 1126946"/>
                <a:gd name="connsiteY17" fmla="*/ 1136075 h 1487056"/>
                <a:gd name="connsiteX18" fmla="*/ 252727 w 1126946"/>
                <a:gd name="connsiteY18" fmla="*/ 979056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307596 w 1126946"/>
                <a:gd name="connsiteY30" fmla="*/ 274850 h 1487056"/>
                <a:gd name="connsiteX31" fmla="*/ 429665 w 1126946"/>
                <a:gd name="connsiteY31" fmla="*/ 193966 h 1487056"/>
                <a:gd name="connsiteX0" fmla="*/ 550679 w 1126946"/>
                <a:gd name="connsiteY0" fmla="*/ 166257 h 1487056"/>
                <a:gd name="connsiteX1" fmla="*/ 660349 w 1126946"/>
                <a:gd name="connsiteY1" fmla="*/ 304802 h 1487056"/>
                <a:gd name="connsiteX2" fmla="*/ 770189 w 1126946"/>
                <a:gd name="connsiteY2" fmla="*/ 471057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19491 w 1126946"/>
                <a:gd name="connsiteY17" fmla="*/ 1136075 h 1487056"/>
                <a:gd name="connsiteX18" fmla="*/ 252727 w 1126946"/>
                <a:gd name="connsiteY18" fmla="*/ 979056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307596 w 1126946"/>
                <a:gd name="connsiteY30" fmla="*/ 274850 h 1487056"/>
                <a:gd name="connsiteX31" fmla="*/ 550679 w 1126946"/>
                <a:gd name="connsiteY31" fmla="*/ 166257 h 1487056"/>
                <a:gd name="connsiteX0" fmla="*/ 592278 w 1126946"/>
                <a:gd name="connsiteY0" fmla="*/ 166257 h 1487056"/>
                <a:gd name="connsiteX1" fmla="*/ 660349 w 1126946"/>
                <a:gd name="connsiteY1" fmla="*/ 304802 h 1487056"/>
                <a:gd name="connsiteX2" fmla="*/ 770189 w 1126946"/>
                <a:gd name="connsiteY2" fmla="*/ 471057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19491 w 1126946"/>
                <a:gd name="connsiteY17" fmla="*/ 1136075 h 1487056"/>
                <a:gd name="connsiteX18" fmla="*/ 252727 w 1126946"/>
                <a:gd name="connsiteY18" fmla="*/ 979056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307596 w 1126946"/>
                <a:gd name="connsiteY30" fmla="*/ 274850 h 1487056"/>
                <a:gd name="connsiteX31" fmla="*/ 592278 w 1126946"/>
                <a:gd name="connsiteY31" fmla="*/ 166257 h 1487056"/>
                <a:gd name="connsiteX0" fmla="*/ 592278 w 1126946"/>
                <a:gd name="connsiteY0" fmla="*/ 166257 h 1487056"/>
                <a:gd name="connsiteX1" fmla="*/ 660349 w 1126946"/>
                <a:gd name="connsiteY1" fmla="*/ 304802 h 1487056"/>
                <a:gd name="connsiteX2" fmla="*/ 770189 w 1126946"/>
                <a:gd name="connsiteY2" fmla="*/ 471057 h 1487056"/>
                <a:gd name="connsiteX3" fmla="*/ 1080654 w 1126946"/>
                <a:gd name="connsiteY3" fmla="*/ 1006765 h 1487056"/>
                <a:gd name="connsiteX4" fmla="*/ 1099127 w 1126946"/>
                <a:gd name="connsiteY4" fmla="*/ 1034474 h 1487056"/>
                <a:gd name="connsiteX5" fmla="*/ 1108363 w 1126946"/>
                <a:gd name="connsiteY5" fmla="*/ 1071420 h 1487056"/>
                <a:gd name="connsiteX6" fmla="*/ 1126836 w 1126946"/>
                <a:gd name="connsiteY6" fmla="*/ 1099129 h 1487056"/>
                <a:gd name="connsiteX7" fmla="*/ 1099127 w 1126946"/>
                <a:gd name="connsiteY7" fmla="*/ 1136074 h 1487056"/>
                <a:gd name="connsiteX8" fmla="*/ 1043709 w 1126946"/>
                <a:gd name="connsiteY8" fmla="*/ 1191492 h 1487056"/>
                <a:gd name="connsiteX9" fmla="*/ 951345 w 1126946"/>
                <a:gd name="connsiteY9" fmla="*/ 1256147 h 1487056"/>
                <a:gd name="connsiteX10" fmla="*/ 794327 w 1126946"/>
                <a:gd name="connsiteY10" fmla="*/ 1366983 h 1487056"/>
                <a:gd name="connsiteX11" fmla="*/ 692727 w 1126946"/>
                <a:gd name="connsiteY11" fmla="*/ 1422402 h 1487056"/>
                <a:gd name="connsiteX12" fmla="*/ 572654 w 1126946"/>
                <a:gd name="connsiteY12" fmla="*/ 1477820 h 1487056"/>
                <a:gd name="connsiteX13" fmla="*/ 517236 w 1126946"/>
                <a:gd name="connsiteY13" fmla="*/ 1487056 h 1487056"/>
                <a:gd name="connsiteX14" fmla="*/ 461818 w 1126946"/>
                <a:gd name="connsiteY14" fmla="*/ 1413165 h 1487056"/>
                <a:gd name="connsiteX15" fmla="*/ 406400 w 1126946"/>
                <a:gd name="connsiteY15" fmla="*/ 1265383 h 1487056"/>
                <a:gd name="connsiteX16" fmla="*/ 378691 w 1126946"/>
                <a:gd name="connsiteY16" fmla="*/ 1173020 h 1487056"/>
                <a:gd name="connsiteX17" fmla="*/ 319491 w 1126946"/>
                <a:gd name="connsiteY17" fmla="*/ 1136075 h 1487056"/>
                <a:gd name="connsiteX18" fmla="*/ 252727 w 1126946"/>
                <a:gd name="connsiteY18" fmla="*/ 979056 h 1487056"/>
                <a:gd name="connsiteX19" fmla="*/ 240145 w 1126946"/>
                <a:gd name="connsiteY19" fmla="*/ 646547 h 1487056"/>
                <a:gd name="connsiteX20" fmla="*/ 203200 w 1126946"/>
                <a:gd name="connsiteY20" fmla="*/ 544947 h 1487056"/>
                <a:gd name="connsiteX21" fmla="*/ 175491 w 1126946"/>
                <a:gd name="connsiteY21" fmla="*/ 443347 h 1487056"/>
                <a:gd name="connsiteX22" fmla="*/ 138545 w 1126946"/>
                <a:gd name="connsiteY22" fmla="*/ 360220 h 1487056"/>
                <a:gd name="connsiteX23" fmla="*/ 110836 w 1126946"/>
                <a:gd name="connsiteY23" fmla="*/ 286329 h 1487056"/>
                <a:gd name="connsiteX24" fmla="*/ 92363 w 1126946"/>
                <a:gd name="connsiteY24" fmla="*/ 221674 h 1487056"/>
                <a:gd name="connsiteX25" fmla="*/ 64654 w 1126946"/>
                <a:gd name="connsiteY25" fmla="*/ 166256 h 1487056"/>
                <a:gd name="connsiteX26" fmla="*/ 46182 w 1126946"/>
                <a:gd name="connsiteY26" fmla="*/ 110838 h 1487056"/>
                <a:gd name="connsiteX27" fmla="*/ 27709 w 1126946"/>
                <a:gd name="connsiteY27" fmla="*/ 73892 h 1487056"/>
                <a:gd name="connsiteX28" fmla="*/ 9236 w 1126946"/>
                <a:gd name="connsiteY28" fmla="*/ 9238 h 1487056"/>
                <a:gd name="connsiteX29" fmla="*/ 0 w 1126946"/>
                <a:gd name="connsiteY29" fmla="*/ 2 h 1487056"/>
                <a:gd name="connsiteX30" fmla="*/ 473991 w 1126946"/>
                <a:gd name="connsiteY30" fmla="*/ 191723 h 1487056"/>
                <a:gd name="connsiteX31" fmla="*/ 592278 w 1126946"/>
                <a:gd name="connsiteY31" fmla="*/ 166257 h 1487056"/>
                <a:gd name="connsiteX0" fmla="*/ 592278 w 1134380"/>
                <a:gd name="connsiteY0" fmla="*/ 166257 h 1487056"/>
                <a:gd name="connsiteX1" fmla="*/ 660349 w 1134380"/>
                <a:gd name="connsiteY1" fmla="*/ 304802 h 1487056"/>
                <a:gd name="connsiteX2" fmla="*/ 770189 w 1134380"/>
                <a:gd name="connsiteY2" fmla="*/ 471057 h 1487056"/>
                <a:gd name="connsiteX3" fmla="*/ 1080654 w 1134380"/>
                <a:gd name="connsiteY3" fmla="*/ 1006765 h 1487056"/>
                <a:gd name="connsiteX4" fmla="*/ 868443 w 1134380"/>
                <a:gd name="connsiteY4" fmla="*/ 581892 h 1487056"/>
                <a:gd name="connsiteX5" fmla="*/ 1108363 w 1134380"/>
                <a:gd name="connsiteY5" fmla="*/ 1071420 h 1487056"/>
                <a:gd name="connsiteX6" fmla="*/ 1126836 w 1134380"/>
                <a:gd name="connsiteY6" fmla="*/ 1099129 h 1487056"/>
                <a:gd name="connsiteX7" fmla="*/ 1099127 w 1134380"/>
                <a:gd name="connsiteY7" fmla="*/ 1136074 h 1487056"/>
                <a:gd name="connsiteX8" fmla="*/ 1043709 w 1134380"/>
                <a:gd name="connsiteY8" fmla="*/ 1191492 h 1487056"/>
                <a:gd name="connsiteX9" fmla="*/ 951345 w 1134380"/>
                <a:gd name="connsiteY9" fmla="*/ 1256147 h 1487056"/>
                <a:gd name="connsiteX10" fmla="*/ 794327 w 1134380"/>
                <a:gd name="connsiteY10" fmla="*/ 1366983 h 1487056"/>
                <a:gd name="connsiteX11" fmla="*/ 692727 w 1134380"/>
                <a:gd name="connsiteY11" fmla="*/ 1422402 h 1487056"/>
                <a:gd name="connsiteX12" fmla="*/ 572654 w 1134380"/>
                <a:gd name="connsiteY12" fmla="*/ 1477820 h 1487056"/>
                <a:gd name="connsiteX13" fmla="*/ 517236 w 1134380"/>
                <a:gd name="connsiteY13" fmla="*/ 1487056 h 1487056"/>
                <a:gd name="connsiteX14" fmla="*/ 461818 w 1134380"/>
                <a:gd name="connsiteY14" fmla="*/ 1413165 h 1487056"/>
                <a:gd name="connsiteX15" fmla="*/ 406400 w 1134380"/>
                <a:gd name="connsiteY15" fmla="*/ 1265383 h 1487056"/>
                <a:gd name="connsiteX16" fmla="*/ 378691 w 1134380"/>
                <a:gd name="connsiteY16" fmla="*/ 1173020 h 1487056"/>
                <a:gd name="connsiteX17" fmla="*/ 319491 w 1134380"/>
                <a:gd name="connsiteY17" fmla="*/ 1136075 h 1487056"/>
                <a:gd name="connsiteX18" fmla="*/ 252727 w 1134380"/>
                <a:gd name="connsiteY18" fmla="*/ 979056 h 1487056"/>
                <a:gd name="connsiteX19" fmla="*/ 240145 w 1134380"/>
                <a:gd name="connsiteY19" fmla="*/ 646547 h 1487056"/>
                <a:gd name="connsiteX20" fmla="*/ 203200 w 1134380"/>
                <a:gd name="connsiteY20" fmla="*/ 544947 h 1487056"/>
                <a:gd name="connsiteX21" fmla="*/ 175491 w 1134380"/>
                <a:gd name="connsiteY21" fmla="*/ 443347 h 1487056"/>
                <a:gd name="connsiteX22" fmla="*/ 138545 w 1134380"/>
                <a:gd name="connsiteY22" fmla="*/ 360220 h 1487056"/>
                <a:gd name="connsiteX23" fmla="*/ 110836 w 1134380"/>
                <a:gd name="connsiteY23" fmla="*/ 286329 h 1487056"/>
                <a:gd name="connsiteX24" fmla="*/ 92363 w 1134380"/>
                <a:gd name="connsiteY24" fmla="*/ 221674 h 1487056"/>
                <a:gd name="connsiteX25" fmla="*/ 64654 w 1134380"/>
                <a:gd name="connsiteY25" fmla="*/ 166256 h 1487056"/>
                <a:gd name="connsiteX26" fmla="*/ 46182 w 1134380"/>
                <a:gd name="connsiteY26" fmla="*/ 110838 h 1487056"/>
                <a:gd name="connsiteX27" fmla="*/ 27709 w 1134380"/>
                <a:gd name="connsiteY27" fmla="*/ 73892 h 1487056"/>
                <a:gd name="connsiteX28" fmla="*/ 9236 w 1134380"/>
                <a:gd name="connsiteY28" fmla="*/ 9238 h 1487056"/>
                <a:gd name="connsiteX29" fmla="*/ 0 w 1134380"/>
                <a:gd name="connsiteY29" fmla="*/ 2 h 1487056"/>
                <a:gd name="connsiteX30" fmla="*/ 473991 w 1134380"/>
                <a:gd name="connsiteY30" fmla="*/ 191723 h 1487056"/>
                <a:gd name="connsiteX31" fmla="*/ 592278 w 1134380"/>
                <a:gd name="connsiteY31" fmla="*/ 166257 h 1487056"/>
                <a:gd name="connsiteX0" fmla="*/ 592278 w 1108625"/>
                <a:gd name="connsiteY0" fmla="*/ 166257 h 1487056"/>
                <a:gd name="connsiteX1" fmla="*/ 660349 w 1108625"/>
                <a:gd name="connsiteY1" fmla="*/ 304802 h 1487056"/>
                <a:gd name="connsiteX2" fmla="*/ 770189 w 1108625"/>
                <a:gd name="connsiteY2" fmla="*/ 471057 h 1487056"/>
                <a:gd name="connsiteX3" fmla="*/ 1080654 w 1108625"/>
                <a:gd name="connsiteY3" fmla="*/ 1006765 h 1487056"/>
                <a:gd name="connsiteX4" fmla="*/ 868443 w 1108625"/>
                <a:gd name="connsiteY4" fmla="*/ 581892 h 1487056"/>
                <a:gd name="connsiteX5" fmla="*/ 1108363 w 1108625"/>
                <a:gd name="connsiteY5" fmla="*/ 1071420 h 1487056"/>
                <a:gd name="connsiteX6" fmla="*/ 918843 w 1108625"/>
                <a:gd name="connsiteY6" fmla="*/ 960584 h 1487056"/>
                <a:gd name="connsiteX7" fmla="*/ 1099127 w 1108625"/>
                <a:gd name="connsiteY7" fmla="*/ 1136074 h 1487056"/>
                <a:gd name="connsiteX8" fmla="*/ 1043709 w 1108625"/>
                <a:gd name="connsiteY8" fmla="*/ 1191492 h 1487056"/>
                <a:gd name="connsiteX9" fmla="*/ 951345 w 1108625"/>
                <a:gd name="connsiteY9" fmla="*/ 1256147 h 1487056"/>
                <a:gd name="connsiteX10" fmla="*/ 794327 w 1108625"/>
                <a:gd name="connsiteY10" fmla="*/ 1366983 h 1487056"/>
                <a:gd name="connsiteX11" fmla="*/ 692727 w 1108625"/>
                <a:gd name="connsiteY11" fmla="*/ 1422402 h 1487056"/>
                <a:gd name="connsiteX12" fmla="*/ 572654 w 1108625"/>
                <a:gd name="connsiteY12" fmla="*/ 1477820 h 1487056"/>
                <a:gd name="connsiteX13" fmla="*/ 517236 w 1108625"/>
                <a:gd name="connsiteY13" fmla="*/ 1487056 h 1487056"/>
                <a:gd name="connsiteX14" fmla="*/ 461818 w 1108625"/>
                <a:gd name="connsiteY14" fmla="*/ 1413165 h 1487056"/>
                <a:gd name="connsiteX15" fmla="*/ 406400 w 1108625"/>
                <a:gd name="connsiteY15" fmla="*/ 1265383 h 1487056"/>
                <a:gd name="connsiteX16" fmla="*/ 378691 w 1108625"/>
                <a:gd name="connsiteY16" fmla="*/ 1173020 h 1487056"/>
                <a:gd name="connsiteX17" fmla="*/ 319491 w 1108625"/>
                <a:gd name="connsiteY17" fmla="*/ 1136075 h 1487056"/>
                <a:gd name="connsiteX18" fmla="*/ 252727 w 1108625"/>
                <a:gd name="connsiteY18" fmla="*/ 979056 h 1487056"/>
                <a:gd name="connsiteX19" fmla="*/ 240145 w 1108625"/>
                <a:gd name="connsiteY19" fmla="*/ 646547 h 1487056"/>
                <a:gd name="connsiteX20" fmla="*/ 203200 w 1108625"/>
                <a:gd name="connsiteY20" fmla="*/ 544947 h 1487056"/>
                <a:gd name="connsiteX21" fmla="*/ 175491 w 1108625"/>
                <a:gd name="connsiteY21" fmla="*/ 443347 h 1487056"/>
                <a:gd name="connsiteX22" fmla="*/ 138545 w 1108625"/>
                <a:gd name="connsiteY22" fmla="*/ 360220 h 1487056"/>
                <a:gd name="connsiteX23" fmla="*/ 110836 w 1108625"/>
                <a:gd name="connsiteY23" fmla="*/ 286329 h 1487056"/>
                <a:gd name="connsiteX24" fmla="*/ 92363 w 1108625"/>
                <a:gd name="connsiteY24" fmla="*/ 221674 h 1487056"/>
                <a:gd name="connsiteX25" fmla="*/ 64654 w 1108625"/>
                <a:gd name="connsiteY25" fmla="*/ 166256 h 1487056"/>
                <a:gd name="connsiteX26" fmla="*/ 46182 w 1108625"/>
                <a:gd name="connsiteY26" fmla="*/ 110838 h 1487056"/>
                <a:gd name="connsiteX27" fmla="*/ 27709 w 1108625"/>
                <a:gd name="connsiteY27" fmla="*/ 73892 h 1487056"/>
                <a:gd name="connsiteX28" fmla="*/ 9236 w 1108625"/>
                <a:gd name="connsiteY28" fmla="*/ 9238 h 1487056"/>
                <a:gd name="connsiteX29" fmla="*/ 0 w 1108625"/>
                <a:gd name="connsiteY29" fmla="*/ 2 h 1487056"/>
                <a:gd name="connsiteX30" fmla="*/ 473991 w 1108625"/>
                <a:gd name="connsiteY30" fmla="*/ 191723 h 1487056"/>
                <a:gd name="connsiteX31" fmla="*/ 592278 w 1108625"/>
                <a:gd name="connsiteY31" fmla="*/ 166257 h 1487056"/>
                <a:gd name="connsiteX0" fmla="*/ 592278 w 1108625"/>
                <a:gd name="connsiteY0" fmla="*/ 166257 h 1487056"/>
                <a:gd name="connsiteX1" fmla="*/ 660349 w 1108625"/>
                <a:gd name="connsiteY1" fmla="*/ 304802 h 1487056"/>
                <a:gd name="connsiteX2" fmla="*/ 770189 w 1108625"/>
                <a:gd name="connsiteY2" fmla="*/ 471057 h 1487056"/>
                <a:gd name="connsiteX3" fmla="*/ 876442 w 1108625"/>
                <a:gd name="connsiteY3" fmla="*/ 794329 h 1487056"/>
                <a:gd name="connsiteX4" fmla="*/ 868443 w 1108625"/>
                <a:gd name="connsiteY4" fmla="*/ 581892 h 1487056"/>
                <a:gd name="connsiteX5" fmla="*/ 1108363 w 1108625"/>
                <a:gd name="connsiteY5" fmla="*/ 1071420 h 1487056"/>
                <a:gd name="connsiteX6" fmla="*/ 918843 w 1108625"/>
                <a:gd name="connsiteY6" fmla="*/ 960584 h 1487056"/>
                <a:gd name="connsiteX7" fmla="*/ 1099127 w 1108625"/>
                <a:gd name="connsiteY7" fmla="*/ 1136074 h 1487056"/>
                <a:gd name="connsiteX8" fmla="*/ 1043709 w 1108625"/>
                <a:gd name="connsiteY8" fmla="*/ 1191492 h 1487056"/>
                <a:gd name="connsiteX9" fmla="*/ 951345 w 1108625"/>
                <a:gd name="connsiteY9" fmla="*/ 1256147 h 1487056"/>
                <a:gd name="connsiteX10" fmla="*/ 794327 w 1108625"/>
                <a:gd name="connsiteY10" fmla="*/ 1366983 h 1487056"/>
                <a:gd name="connsiteX11" fmla="*/ 692727 w 1108625"/>
                <a:gd name="connsiteY11" fmla="*/ 1422402 h 1487056"/>
                <a:gd name="connsiteX12" fmla="*/ 572654 w 1108625"/>
                <a:gd name="connsiteY12" fmla="*/ 1477820 h 1487056"/>
                <a:gd name="connsiteX13" fmla="*/ 517236 w 1108625"/>
                <a:gd name="connsiteY13" fmla="*/ 1487056 h 1487056"/>
                <a:gd name="connsiteX14" fmla="*/ 461818 w 1108625"/>
                <a:gd name="connsiteY14" fmla="*/ 1413165 h 1487056"/>
                <a:gd name="connsiteX15" fmla="*/ 406400 w 1108625"/>
                <a:gd name="connsiteY15" fmla="*/ 1265383 h 1487056"/>
                <a:gd name="connsiteX16" fmla="*/ 378691 w 1108625"/>
                <a:gd name="connsiteY16" fmla="*/ 1173020 h 1487056"/>
                <a:gd name="connsiteX17" fmla="*/ 319491 w 1108625"/>
                <a:gd name="connsiteY17" fmla="*/ 1136075 h 1487056"/>
                <a:gd name="connsiteX18" fmla="*/ 252727 w 1108625"/>
                <a:gd name="connsiteY18" fmla="*/ 979056 h 1487056"/>
                <a:gd name="connsiteX19" fmla="*/ 240145 w 1108625"/>
                <a:gd name="connsiteY19" fmla="*/ 646547 h 1487056"/>
                <a:gd name="connsiteX20" fmla="*/ 203200 w 1108625"/>
                <a:gd name="connsiteY20" fmla="*/ 544947 h 1487056"/>
                <a:gd name="connsiteX21" fmla="*/ 175491 w 1108625"/>
                <a:gd name="connsiteY21" fmla="*/ 443347 h 1487056"/>
                <a:gd name="connsiteX22" fmla="*/ 138545 w 1108625"/>
                <a:gd name="connsiteY22" fmla="*/ 360220 h 1487056"/>
                <a:gd name="connsiteX23" fmla="*/ 110836 w 1108625"/>
                <a:gd name="connsiteY23" fmla="*/ 286329 h 1487056"/>
                <a:gd name="connsiteX24" fmla="*/ 92363 w 1108625"/>
                <a:gd name="connsiteY24" fmla="*/ 221674 h 1487056"/>
                <a:gd name="connsiteX25" fmla="*/ 64654 w 1108625"/>
                <a:gd name="connsiteY25" fmla="*/ 166256 h 1487056"/>
                <a:gd name="connsiteX26" fmla="*/ 46182 w 1108625"/>
                <a:gd name="connsiteY26" fmla="*/ 110838 h 1487056"/>
                <a:gd name="connsiteX27" fmla="*/ 27709 w 1108625"/>
                <a:gd name="connsiteY27" fmla="*/ 73892 h 1487056"/>
                <a:gd name="connsiteX28" fmla="*/ 9236 w 1108625"/>
                <a:gd name="connsiteY28" fmla="*/ 9238 h 1487056"/>
                <a:gd name="connsiteX29" fmla="*/ 0 w 1108625"/>
                <a:gd name="connsiteY29" fmla="*/ 2 h 1487056"/>
                <a:gd name="connsiteX30" fmla="*/ 473991 w 1108625"/>
                <a:gd name="connsiteY30" fmla="*/ 191723 h 1487056"/>
                <a:gd name="connsiteX31" fmla="*/ 592278 w 1108625"/>
                <a:gd name="connsiteY31" fmla="*/ 166257 h 1487056"/>
                <a:gd name="connsiteX0" fmla="*/ 592278 w 1108625"/>
                <a:gd name="connsiteY0" fmla="*/ 166257 h 1487056"/>
                <a:gd name="connsiteX1" fmla="*/ 660349 w 1108625"/>
                <a:gd name="connsiteY1" fmla="*/ 304802 h 1487056"/>
                <a:gd name="connsiteX2" fmla="*/ 770189 w 1108625"/>
                <a:gd name="connsiteY2" fmla="*/ 471057 h 1487056"/>
                <a:gd name="connsiteX3" fmla="*/ 838625 w 1108625"/>
                <a:gd name="connsiteY3" fmla="*/ 535711 h 1487056"/>
                <a:gd name="connsiteX4" fmla="*/ 868443 w 1108625"/>
                <a:gd name="connsiteY4" fmla="*/ 581892 h 1487056"/>
                <a:gd name="connsiteX5" fmla="*/ 1108363 w 1108625"/>
                <a:gd name="connsiteY5" fmla="*/ 1071420 h 1487056"/>
                <a:gd name="connsiteX6" fmla="*/ 918843 w 1108625"/>
                <a:gd name="connsiteY6" fmla="*/ 960584 h 1487056"/>
                <a:gd name="connsiteX7" fmla="*/ 1099127 w 1108625"/>
                <a:gd name="connsiteY7" fmla="*/ 1136074 h 1487056"/>
                <a:gd name="connsiteX8" fmla="*/ 1043709 w 1108625"/>
                <a:gd name="connsiteY8" fmla="*/ 1191492 h 1487056"/>
                <a:gd name="connsiteX9" fmla="*/ 951345 w 1108625"/>
                <a:gd name="connsiteY9" fmla="*/ 1256147 h 1487056"/>
                <a:gd name="connsiteX10" fmla="*/ 794327 w 1108625"/>
                <a:gd name="connsiteY10" fmla="*/ 1366983 h 1487056"/>
                <a:gd name="connsiteX11" fmla="*/ 692727 w 1108625"/>
                <a:gd name="connsiteY11" fmla="*/ 1422402 h 1487056"/>
                <a:gd name="connsiteX12" fmla="*/ 572654 w 1108625"/>
                <a:gd name="connsiteY12" fmla="*/ 1477820 h 1487056"/>
                <a:gd name="connsiteX13" fmla="*/ 517236 w 1108625"/>
                <a:gd name="connsiteY13" fmla="*/ 1487056 h 1487056"/>
                <a:gd name="connsiteX14" fmla="*/ 461818 w 1108625"/>
                <a:gd name="connsiteY14" fmla="*/ 1413165 h 1487056"/>
                <a:gd name="connsiteX15" fmla="*/ 406400 w 1108625"/>
                <a:gd name="connsiteY15" fmla="*/ 1265383 h 1487056"/>
                <a:gd name="connsiteX16" fmla="*/ 378691 w 1108625"/>
                <a:gd name="connsiteY16" fmla="*/ 1173020 h 1487056"/>
                <a:gd name="connsiteX17" fmla="*/ 319491 w 1108625"/>
                <a:gd name="connsiteY17" fmla="*/ 1136075 h 1487056"/>
                <a:gd name="connsiteX18" fmla="*/ 252727 w 1108625"/>
                <a:gd name="connsiteY18" fmla="*/ 979056 h 1487056"/>
                <a:gd name="connsiteX19" fmla="*/ 240145 w 1108625"/>
                <a:gd name="connsiteY19" fmla="*/ 646547 h 1487056"/>
                <a:gd name="connsiteX20" fmla="*/ 203200 w 1108625"/>
                <a:gd name="connsiteY20" fmla="*/ 544947 h 1487056"/>
                <a:gd name="connsiteX21" fmla="*/ 175491 w 1108625"/>
                <a:gd name="connsiteY21" fmla="*/ 443347 h 1487056"/>
                <a:gd name="connsiteX22" fmla="*/ 138545 w 1108625"/>
                <a:gd name="connsiteY22" fmla="*/ 360220 h 1487056"/>
                <a:gd name="connsiteX23" fmla="*/ 110836 w 1108625"/>
                <a:gd name="connsiteY23" fmla="*/ 286329 h 1487056"/>
                <a:gd name="connsiteX24" fmla="*/ 92363 w 1108625"/>
                <a:gd name="connsiteY24" fmla="*/ 221674 h 1487056"/>
                <a:gd name="connsiteX25" fmla="*/ 64654 w 1108625"/>
                <a:gd name="connsiteY25" fmla="*/ 166256 h 1487056"/>
                <a:gd name="connsiteX26" fmla="*/ 46182 w 1108625"/>
                <a:gd name="connsiteY26" fmla="*/ 110838 h 1487056"/>
                <a:gd name="connsiteX27" fmla="*/ 27709 w 1108625"/>
                <a:gd name="connsiteY27" fmla="*/ 73892 h 1487056"/>
                <a:gd name="connsiteX28" fmla="*/ 9236 w 1108625"/>
                <a:gd name="connsiteY28" fmla="*/ 9238 h 1487056"/>
                <a:gd name="connsiteX29" fmla="*/ 0 w 1108625"/>
                <a:gd name="connsiteY29" fmla="*/ 2 h 1487056"/>
                <a:gd name="connsiteX30" fmla="*/ 473991 w 1108625"/>
                <a:gd name="connsiteY30" fmla="*/ 191723 h 1487056"/>
                <a:gd name="connsiteX31" fmla="*/ 592278 w 1108625"/>
                <a:gd name="connsiteY31" fmla="*/ 166257 h 1487056"/>
                <a:gd name="connsiteX0" fmla="*/ 592278 w 1108625"/>
                <a:gd name="connsiteY0" fmla="*/ 166257 h 1644074"/>
                <a:gd name="connsiteX1" fmla="*/ 660349 w 1108625"/>
                <a:gd name="connsiteY1" fmla="*/ 304802 h 1644074"/>
                <a:gd name="connsiteX2" fmla="*/ 770189 w 1108625"/>
                <a:gd name="connsiteY2" fmla="*/ 471057 h 1644074"/>
                <a:gd name="connsiteX3" fmla="*/ 838625 w 1108625"/>
                <a:gd name="connsiteY3" fmla="*/ 535711 h 1644074"/>
                <a:gd name="connsiteX4" fmla="*/ 868443 w 1108625"/>
                <a:gd name="connsiteY4" fmla="*/ 581892 h 1644074"/>
                <a:gd name="connsiteX5" fmla="*/ 1108363 w 1108625"/>
                <a:gd name="connsiteY5" fmla="*/ 1071420 h 1644074"/>
                <a:gd name="connsiteX6" fmla="*/ 918843 w 1108625"/>
                <a:gd name="connsiteY6" fmla="*/ 960584 h 1644074"/>
                <a:gd name="connsiteX7" fmla="*/ 1099127 w 1108625"/>
                <a:gd name="connsiteY7" fmla="*/ 1136074 h 1644074"/>
                <a:gd name="connsiteX8" fmla="*/ 1043709 w 1108625"/>
                <a:gd name="connsiteY8" fmla="*/ 1191492 h 1644074"/>
                <a:gd name="connsiteX9" fmla="*/ 951345 w 1108625"/>
                <a:gd name="connsiteY9" fmla="*/ 1256147 h 1644074"/>
                <a:gd name="connsiteX10" fmla="*/ 794327 w 1108625"/>
                <a:gd name="connsiteY10" fmla="*/ 1366983 h 1644074"/>
                <a:gd name="connsiteX11" fmla="*/ 692727 w 1108625"/>
                <a:gd name="connsiteY11" fmla="*/ 1422402 h 1644074"/>
                <a:gd name="connsiteX12" fmla="*/ 572654 w 1108625"/>
                <a:gd name="connsiteY12" fmla="*/ 1477820 h 1644074"/>
                <a:gd name="connsiteX13" fmla="*/ 532363 w 1108625"/>
                <a:gd name="connsiteY13" fmla="*/ 1644074 h 1644074"/>
                <a:gd name="connsiteX14" fmla="*/ 461818 w 1108625"/>
                <a:gd name="connsiteY14" fmla="*/ 1413165 h 1644074"/>
                <a:gd name="connsiteX15" fmla="*/ 406400 w 1108625"/>
                <a:gd name="connsiteY15" fmla="*/ 1265383 h 1644074"/>
                <a:gd name="connsiteX16" fmla="*/ 378691 w 1108625"/>
                <a:gd name="connsiteY16" fmla="*/ 1173020 h 1644074"/>
                <a:gd name="connsiteX17" fmla="*/ 319491 w 1108625"/>
                <a:gd name="connsiteY17" fmla="*/ 1136075 h 1644074"/>
                <a:gd name="connsiteX18" fmla="*/ 252727 w 1108625"/>
                <a:gd name="connsiteY18" fmla="*/ 979056 h 1644074"/>
                <a:gd name="connsiteX19" fmla="*/ 240145 w 1108625"/>
                <a:gd name="connsiteY19" fmla="*/ 646547 h 1644074"/>
                <a:gd name="connsiteX20" fmla="*/ 203200 w 1108625"/>
                <a:gd name="connsiteY20" fmla="*/ 544947 h 1644074"/>
                <a:gd name="connsiteX21" fmla="*/ 175491 w 1108625"/>
                <a:gd name="connsiteY21" fmla="*/ 443347 h 1644074"/>
                <a:gd name="connsiteX22" fmla="*/ 138545 w 1108625"/>
                <a:gd name="connsiteY22" fmla="*/ 360220 h 1644074"/>
                <a:gd name="connsiteX23" fmla="*/ 110836 w 1108625"/>
                <a:gd name="connsiteY23" fmla="*/ 286329 h 1644074"/>
                <a:gd name="connsiteX24" fmla="*/ 92363 w 1108625"/>
                <a:gd name="connsiteY24" fmla="*/ 221674 h 1644074"/>
                <a:gd name="connsiteX25" fmla="*/ 64654 w 1108625"/>
                <a:gd name="connsiteY25" fmla="*/ 166256 h 1644074"/>
                <a:gd name="connsiteX26" fmla="*/ 46182 w 1108625"/>
                <a:gd name="connsiteY26" fmla="*/ 110838 h 1644074"/>
                <a:gd name="connsiteX27" fmla="*/ 27709 w 1108625"/>
                <a:gd name="connsiteY27" fmla="*/ 73892 h 1644074"/>
                <a:gd name="connsiteX28" fmla="*/ 9236 w 1108625"/>
                <a:gd name="connsiteY28" fmla="*/ 9238 h 1644074"/>
                <a:gd name="connsiteX29" fmla="*/ 0 w 1108625"/>
                <a:gd name="connsiteY29" fmla="*/ 2 h 1644074"/>
                <a:gd name="connsiteX30" fmla="*/ 473991 w 1108625"/>
                <a:gd name="connsiteY30" fmla="*/ 191723 h 1644074"/>
                <a:gd name="connsiteX31" fmla="*/ 592278 w 1108625"/>
                <a:gd name="connsiteY31" fmla="*/ 166257 h 1644074"/>
                <a:gd name="connsiteX0" fmla="*/ 592278 w 1108625"/>
                <a:gd name="connsiteY0" fmla="*/ 166257 h 1653149"/>
                <a:gd name="connsiteX1" fmla="*/ 660349 w 1108625"/>
                <a:gd name="connsiteY1" fmla="*/ 304802 h 1653149"/>
                <a:gd name="connsiteX2" fmla="*/ 770189 w 1108625"/>
                <a:gd name="connsiteY2" fmla="*/ 471057 h 1653149"/>
                <a:gd name="connsiteX3" fmla="*/ 838625 w 1108625"/>
                <a:gd name="connsiteY3" fmla="*/ 535711 h 1653149"/>
                <a:gd name="connsiteX4" fmla="*/ 868443 w 1108625"/>
                <a:gd name="connsiteY4" fmla="*/ 581892 h 1653149"/>
                <a:gd name="connsiteX5" fmla="*/ 1108363 w 1108625"/>
                <a:gd name="connsiteY5" fmla="*/ 1071420 h 1653149"/>
                <a:gd name="connsiteX6" fmla="*/ 918843 w 1108625"/>
                <a:gd name="connsiteY6" fmla="*/ 960584 h 1653149"/>
                <a:gd name="connsiteX7" fmla="*/ 1099127 w 1108625"/>
                <a:gd name="connsiteY7" fmla="*/ 1136074 h 1653149"/>
                <a:gd name="connsiteX8" fmla="*/ 1043709 w 1108625"/>
                <a:gd name="connsiteY8" fmla="*/ 1191492 h 1653149"/>
                <a:gd name="connsiteX9" fmla="*/ 951345 w 1108625"/>
                <a:gd name="connsiteY9" fmla="*/ 1256147 h 1653149"/>
                <a:gd name="connsiteX10" fmla="*/ 794327 w 1108625"/>
                <a:gd name="connsiteY10" fmla="*/ 1366983 h 1653149"/>
                <a:gd name="connsiteX11" fmla="*/ 692727 w 1108625"/>
                <a:gd name="connsiteY11" fmla="*/ 1422402 h 1653149"/>
                <a:gd name="connsiteX12" fmla="*/ 572654 w 1108625"/>
                <a:gd name="connsiteY12" fmla="*/ 1477820 h 1653149"/>
                <a:gd name="connsiteX13" fmla="*/ 532363 w 1108625"/>
                <a:gd name="connsiteY13" fmla="*/ 1644074 h 1653149"/>
                <a:gd name="connsiteX14" fmla="*/ 405939 w 1108625"/>
                <a:gd name="connsiteY14" fmla="*/ 1626980 h 1653149"/>
                <a:gd name="connsiteX15" fmla="*/ 406400 w 1108625"/>
                <a:gd name="connsiteY15" fmla="*/ 1265383 h 1653149"/>
                <a:gd name="connsiteX16" fmla="*/ 378691 w 1108625"/>
                <a:gd name="connsiteY16" fmla="*/ 1173020 h 1653149"/>
                <a:gd name="connsiteX17" fmla="*/ 319491 w 1108625"/>
                <a:gd name="connsiteY17" fmla="*/ 1136075 h 1653149"/>
                <a:gd name="connsiteX18" fmla="*/ 252727 w 1108625"/>
                <a:gd name="connsiteY18" fmla="*/ 979056 h 1653149"/>
                <a:gd name="connsiteX19" fmla="*/ 240145 w 1108625"/>
                <a:gd name="connsiteY19" fmla="*/ 646547 h 1653149"/>
                <a:gd name="connsiteX20" fmla="*/ 203200 w 1108625"/>
                <a:gd name="connsiteY20" fmla="*/ 544947 h 1653149"/>
                <a:gd name="connsiteX21" fmla="*/ 175491 w 1108625"/>
                <a:gd name="connsiteY21" fmla="*/ 443347 h 1653149"/>
                <a:gd name="connsiteX22" fmla="*/ 138545 w 1108625"/>
                <a:gd name="connsiteY22" fmla="*/ 360220 h 1653149"/>
                <a:gd name="connsiteX23" fmla="*/ 110836 w 1108625"/>
                <a:gd name="connsiteY23" fmla="*/ 286329 h 1653149"/>
                <a:gd name="connsiteX24" fmla="*/ 92363 w 1108625"/>
                <a:gd name="connsiteY24" fmla="*/ 221674 h 1653149"/>
                <a:gd name="connsiteX25" fmla="*/ 64654 w 1108625"/>
                <a:gd name="connsiteY25" fmla="*/ 166256 h 1653149"/>
                <a:gd name="connsiteX26" fmla="*/ 46182 w 1108625"/>
                <a:gd name="connsiteY26" fmla="*/ 110838 h 1653149"/>
                <a:gd name="connsiteX27" fmla="*/ 27709 w 1108625"/>
                <a:gd name="connsiteY27" fmla="*/ 73892 h 1653149"/>
                <a:gd name="connsiteX28" fmla="*/ 9236 w 1108625"/>
                <a:gd name="connsiteY28" fmla="*/ 9238 h 1653149"/>
                <a:gd name="connsiteX29" fmla="*/ 0 w 1108625"/>
                <a:gd name="connsiteY29" fmla="*/ 2 h 1653149"/>
                <a:gd name="connsiteX30" fmla="*/ 473991 w 1108625"/>
                <a:gd name="connsiteY30" fmla="*/ 191723 h 1653149"/>
                <a:gd name="connsiteX31" fmla="*/ 592278 w 1108625"/>
                <a:gd name="connsiteY31" fmla="*/ 166257 h 1653149"/>
                <a:gd name="connsiteX0" fmla="*/ 592278 w 1108625"/>
                <a:gd name="connsiteY0" fmla="*/ 166257 h 1644074"/>
                <a:gd name="connsiteX1" fmla="*/ 660349 w 1108625"/>
                <a:gd name="connsiteY1" fmla="*/ 304802 h 1644074"/>
                <a:gd name="connsiteX2" fmla="*/ 770189 w 1108625"/>
                <a:gd name="connsiteY2" fmla="*/ 471057 h 1644074"/>
                <a:gd name="connsiteX3" fmla="*/ 838625 w 1108625"/>
                <a:gd name="connsiteY3" fmla="*/ 535711 h 1644074"/>
                <a:gd name="connsiteX4" fmla="*/ 868443 w 1108625"/>
                <a:gd name="connsiteY4" fmla="*/ 581892 h 1644074"/>
                <a:gd name="connsiteX5" fmla="*/ 1108363 w 1108625"/>
                <a:gd name="connsiteY5" fmla="*/ 1071420 h 1644074"/>
                <a:gd name="connsiteX6" fmla="*/ 918843 w 1108625"/>
                <a:gd name="connsiteY6" fmla="*/ 960584 h 1644074"/>
                <a:gd name="connsiteX7" fmla="*/ 1099127 w 1108625"/>
                <a:gd name="connsiteY7" fmla="*/ 1136074 h 1644074"/>
                <a:gd name="connsiteX8" fmla="*/ 1043709 w 1108625"/>
                <a:gd name="connsiteY8" fmla="*/ 1191492 h 1644074"/>
                <a:gd name="connsiteX9" fmla="*/ 951345 w 1108625"/>
                <a:gd name="connsiteY9" fmla="*/ 1256147 h 1644074"/>
                <a:gd name="connsiteX10" fmla="*/ 794327 w 1108625"/>
                <a:gd name="connsiteY10" fmla="*/ 1366983 h 1644074"/>
                <a:gd name="connsiteX11" fmla="*/ 692727 w 1108625"/>
                <a:gd name="connsiteY11" fmla="*/ 1422402 h 1644074"/>
                <a:gd name="connsiteX12" fmla="*/ 572654 w 1108625"/>
                <a:gd name="connsiteY12" fmla="*/ 1477820 h 1644074"/>
                <a:gd name="connsiteX13" fmla="*/ 532363 w 1108625"/>
                <a:gd name="connsiteY13" fmla="*/ 1644074 h 1644074"/>
                <a:gd name="connsiteX14" fmla="*/ 400351 w 1108625"/>
                <a:gd name="connsiteY14" fmla="*/ 1604234 h 1644074"/>
                <a:gd name="connsiteX15" fmla="*/ 406400 w 1108625"/>
                <a:gd name="connsiteY15" fmla="*/ 1265383 h 1644074"/>
                <a:gd name="connsiteX16" fmla="*/ 378691 w 1108625"/>
                <a:gd name="connsiteY16" fmla="*/ 1173020 h 1644074"/>
                <a:gd name="connsiteX17" fmla="*/ 319491 w 1108625"/>
                <a:gd name="connsiteY17" fmla="*/ 1136075 h 1644074"/>
                <a:gd name="connsiteX18" fmla="*/ 252727 w 1108625"/>
                <a:gd name="connsiteY18" fmla="*/ 979056 h 1644074"/>
                <a:gd name="connsiteX19" fmla="*/ 240145 w 1108625"/>
                <a:gd name="connsiteY19" fmla="*/ 646547 h 1644074"/>
                <a:gd name="connsiteX20" fmla="*/ 203200 w 1108625"/>
                <a:gd name="connsiteY20" fmla="*/ 544947 h 1644074"/>
                <a:gd name="connsiteX21" fmla="*/ 175491 w 1108625"/>
                <a:gd name="connsiteY21" fmla="*/ 443347 h 1644074"/>
                <a:gd name="connsiteX22" fmla="*/ 138545 w 1108625"/>
                <a:gd name="connsiteY22" fmla="*/ 360220 h 1644074"/>
                <a:gd name="connsiteX23" fmla="*/ 110836 w 1108625"/>
                <a:gd name="connsiteY23" fmla="*/ 286329 h 1644074"/>
                <a:gd name="connsiteX24" fmla="*/ 92363 w 1108625"/>
                <a:gd name="connsiteY24" fmla="*/ 221674 h 1644074"/>
                <a:gd name="connsiteX25" fmla="*/ 64654 w 1108625"/>
                <a:gd name="connsiteY25" fmla="*/ 166256 h 1644074"/>
                <a:gd name="connsiteX26" fmla="*/ 46182 w 1108625"/>
                <a:gd name="connsiteY26" fmla="*/ 110838 h 1644074"/>
                <a:gd name="connsiteX27" fmla="*/ 27709 w 1108625"/>
                <a:gd name="connsiteY27" fmla="*/ 73892 h 1644074"/>
                <a:gd name="connsiteX28" fmla="*/ 9236 w 1108625"/>
                <a:gd name="connsiteY28" fmla="*/ 9238 h 1644074"/>
                <a:gd name="connsiteX29" fmla="*/ 0 w 1108625"/>
                <a:gd name="connsiteY29" fmla="*/ 2 h 1644074"/>
                <a:gd name="connsiteX30" fmla="*/ 473991 w 1108625"/>
                <a:gd name="connsiteY30" fmla="*/ 191723 h 1644074"/>
                <a:gd name="connsiteX31" fmla="*/ 592278 w 1108625"/>
                <a:gd name="connsiteY31" fmla="*/ 166257 h 1644074"/>
                <a:gd name="connsiteX0" fmla="*/ 592278 w 1108625"/>
                <a:gd name="connsiteY0" fmla="*/ 166257 h 1644074"/>
                <a:gd name="connsiteX1" fmla="*/ 660349 w 1108625"/>
                <a:gd name="connsiteY1" fmla="*/ 304802 h 1644074"/>
                <a:gd name="connsiteX2" fmla="*/ 770189 w 1108625"/>
                <a:gd name="connsiteY2" fmla="*/ 471057 h 1644074"/>
                <a:gd name="connsiteX3" fmla="*/ 838625 w 1108625"/>
                <a:gd name="connsiteY3" fmla="*/ 535711 h 1644074"/>
                <a:gd name="connsiteX4" fmla="*/ 868443 w 1108625"/>
                <a:gd name="connsiteY4" fmla="*/ 581892 h 1644074"/>
                <a:gd name="connsiteX5" fmla="*/ 1108363 w 1108625"/>
                <a:gd name="connsiteY5" fmla="*/ 1071420 h 1644074"/>
                <a:gd name="connsiteX6" fmla="*/ 918843 w 1108625"/>
                <a:gd name="connsiteY6" fmla="*/ 960584 h 1644074"/>
                <a:gd name="connsiteX7" fmla="*/ 1099127 w 1108625"/>
                <a:gd name="connsiteY7" fmla="*/ 1136074 h 1644074"/>
                <a:gd name="connsiteX8" fmla="*/ 1043709 w 1108625"/>
                <a:gd name="connsiteY8" fmla="*/ 1191492 h 1644074"/>
                <a:gd name="connsiteX9" fmla="*/ 951345 w 1108625"/>
                <a:gd name="connsiteY9" fmla="*/ 1256147 h 1644074"/>
                <a:gd name="connsiteX10" fmla="*/ 794327 w 1108625"/>
                <a:gd name="connsiteY10" fmla="*/ 1366983 h 1644074"/>
                <a:gd name="connsiteX11" fmla="*/ 692727 w 1108625"/>
                <a:gd name="connsiteY11" fmla="*/ 1422402 h 1644074"/>
                <a:gd name="connsiteX12" fmla="*/ 656472 w 1108625"/>
                <a:gd name="connsiteY12" fmla="*/ 1596100 h 1644074"/>
                <a:gd name="connsiteX13" fmla="*/ 532363 w 1108625"/>
                <a:gd name="connsiteY13" fmla="*/ 1644074 h 1644074"/>
                <a:gd name="connsiteX14" fmla="*/ 400351 w 1108625"/>
                <a:gd name="connsiteY14" fmla="*/ 1604234 h 1644074"/>
                <a:gd name="connsiteX15" fmla="*/ 406400 w 1108625"/>
                <a:gd name="connsiteY15" fmla="*/ 1265383 h 1644074"/>
                <a:gd name="connsiteX16" fmla="*/ 378691 w 1108625"/>
                <a:gd name="connsiteY16" fmla="*/ 1173020 h 1644074"/>
                <a:gd name="connsiteX17" fmla="*/ 319491 w 1108625"/>
                <a:gd name="connsiteY17" fmla="*/ 1136075 h 1644074"/>
                <a:gd name="connsiteX18" fmla="*/ 252727 w 1108625"/>
                <a:gd name="connsiteY18" fmla="*/ 979056 h 1644074"/>
                <a:gd name="connsiteX19" fmla="*/ 240145 w 1108625"/>
                <a:gd name="connsiteY19" fmla="*/ 646547 h 1644074"/>
                <a:gd name="connsiteX20" fmla="*/ 203200 w 1108625"/>
                <a:gd name="connsiteY20" fmla="*/ 544947 h 1644074"/>
                <a:gd name="connsiteX21" fmla="*/ 175491 w 1108625"/>
                <a:gd name="connsiteY21" fmla="*/ 443347 h 1644074"/>
                <a:gd name="connsiteX22" fmla="*/ 138545 w 1108625"/>
                <a:gd name="connsiteY22" fmla="*/ 360220 h 1644074"/>
                <a:gd name="connsiteX23" fmla="*/ 110836 w 1108625"/>
                <a:gd name="connsiteY23" fmla="*/ 286329 h 1644074"/>
                <a:gd name="connsiteX24" fmla="*/ 92363 w 1108625"/>
                <a:gd name="connsiteY24" fmla="*/ 221674 h 1644074"/>
                <a:gd name="connsiteX25" fmla="*/ 64654 w 1108625"/>
                <a:gd name="connsiteY25" fmla="*/ 166256 h 1644074"/>
                <a:gd name="connsiteX26" fmla="*/ 46182 w 1108625"/>
                <a:gd name="connsiteY26" fmla="*/ 110838 h 1644074"/>
                <a:gd name="connsiteX27" fmla="*/ 27709 w 1108625"/>
                <a:gd name="connsiteY27" fmla="*/ 73892 h 1644074"/>
                <a:gd name="connsiteX28" fmla="*/ 9236 w 1108625"/>
                <a:gd name="connsiteY28" fmla="*/ 9238 h 1644074"/>
                <a:gd name="connsiteX29" fmla="*/ 0 w 1108625"/>
                <a:gd name="connsiteY29" fmla="*/ 2 h 1644074"/>
                <a:gd name="connsiteX30" fmla="*/ 473991 w 1108625"/>
                <a:gd name="connsiteY30" fmla="*/ 191723 h 1644074"/>
                <a:gd name="connsiteX31" fmla="*/ 592278 w 1108625"/>
                <a:gd name="connsiteY31" fmla="*/ 166257 h 1644074"/>
                <a:gd name="connsiteX0" fmla="*/ 592278 w 1108625"/>
                <a:gd name="connsiteY0" fmla="*/ 166257 h 1630186"/>
                <a:gd name="connsiteX1" fmla="*/ 660349 w 1108625"/>
                <a:gd name="connsiteY1" fmla="*/ 304802 h 1630186"/>
                <a:gd name="connsiteX2" fmla="*/ 770189 w 1108625"/>
                <a:gd name="connsiteY2" fmla="*/ 471057 h 1630186"/>
                <a:gd name="connsiteX3" fmla="*/ 838625 w 1108625"/>
                <a:gd name="connsiteY3" fmla="*/ 535711 h 1630186"/>
                <a:gd name="connsiteX4" fmla="*/ 868443 w 1108625"/>
                <a:gd name="connsiteY4" fmla="*/ 581892 h 1630186"/>
                <a:gd name="connsiteX5" fmla="*/ 1108363 w 1108625"/>
                <a:gd name="connsiteY5" fmla="*/ 1071420 h 1630186"/>
                <a:gd name="connsiteX6" fmla="*/ 918843 w 1108625"/>
                <a:gd name="connsiteY6" fmla="*/ 960584 h 1630186"/>
                <a:gd name="connsiteX7" fmla="*/ 1099127 w 1108625"/>
                <a:gd name="connsiteY7" fmla="*/ 1136074 h 1630186"/>
                <a:gd name="connsiteX8" fmla="*/ 1043709 w 1108625"/>
                <a:gd name="connsiteY8" fmla="*/ 1191492 h 1630186"/>
                <a:gd name="connsiteX9" fmla="*/ 951345 w 1108625"/>
                <a:gd name="connsiteY9" fmla="*/ 1256147 h 1630186"/>
                <a:gd name="connsiteX10" fmla="*/ 794327 w 1108625"/>
                <a:gd name="connsiteY10" fmla="*/ 1366983 h 1630186"/>
                <a:gd name="connsiteX11" fmla="*/ 692727 w 1108625"/>
                <a:gd name="connsiteY11" fmla="*/ 1422402 h 1630186"/>
                <a:gd name="connsiteX12" fmla="*/ 656472 w 1108625"/>
                <a:gd name="connsiteY12" fmla="*/ 1596100 h 1630186"/>
                <a:gd name="connsiteX13" fmla="*/ 532363 w 1108625"/>
                <a:gd name="connsiteY13" fmla="*/ 1625877 h 1630186"/>
                <a:gd name="connsiteX14" fmla="*/ 400351 w 1108625"/>
                <a:gd name="connsiteY14" fmla="*/ 1604234 h 1630186"/>
                <a:gd name="connsiteX15" fmla="*/ 406400 w 1108625"/>
                <a:gd name="connsiteY15" fmla="*/ 1265383 h 1630186"/>
                <a:gd name="connsiteX16" fmla="*/ 378691 w 1108625"/>
                <a:gd name="connsiteY16" fmla="*/ 1173020 h 1630186"/>
                <a:gd name="connsiteX17" fmla="*/ 319491 w 1108625"/>
                <a:gd name="connsiteY17" fmla="*/ 1136075 h 1630186"/>
                <a:gd name="connsiteX18" fmla="*/ 252727 w 1108625"/>
                <a:gd name="connsiteY18" fmla="*/ 979056 h 1630186"/>
                <a:gd name="connsiteX19" fmla="*/ 240145 w 1108625"/>
                <a:gd name="connsiteY19" fmla="*/ 646547 h 1630186"/>
                <a:gd name="connsiteX20" fmla="*/ 203200 w 1108625"/>
                <a:gd name="connsiteY20" fmla="*/ 544947 h 1630186"/>
                <a:gd name="connsiteX21" fmla="*/ 175491 w 1108625"/>
                <a:gd name="connsiteY21" fmla="*/ 443347 h 1630186"/>
                <a:gd name="connsiteX22" fmla="*/ 138545 w 1108625"/>
                <a:gd name="connsiteY22" fmla="*/ 360220 h 1630186"/>
                <a:gd name="connsiteX23" fmla="*/ 110836 w 1108625"/>
                <a:gd name="connsiteY23" fmla="*/ 286329 h 1630186"/>
                <a:gd name="connsiteX24" fmla="*/ 92363 w 1108625"/>
                <a:gd name="connsiteY24" fmla="*/ 221674 h 1630186"/>
                <a:gd name="connsiteX25" fmla="*/ 64654 w 1108625"/>
                <a:gd name="connsiteY25" fmla="*/ 166256 h 1630186"/>
                <a:gd name="connsiteX26" fmla="*/ 46182 w 1108625"/>
                <a:gd name="connsiteY26" fmla="*/ 110838 h 1630186"/>
                <a:gd name="connsiteX27" fmla="*/ 27709 w 1108625"/>
                <a:gd name="connsiteY27" fmla="*/ 73892 h 1630186"/>
                <a:gd name="connsiteX28" fmla="*/ 9236 w 1108625"/>
                <a:gd name="connsiteY28" fmla="*/ 9238 h 1630186"/>
                <a:gd name="connsiteX29" fmla="*/ 0 w 1108625"/>
                <a:gd name="connsiteY29" fmla="*/ 2 h 1630186"/>
                <a:gd name="connsiteX30" fmla="*/ 473991 w 1108625"/>
                <a:gd name="connsiteY30" fmla="*/ 191723 h 1630186"/>
                <a:gd name="connsiteX31" fmla="*/ 592278 w 1108625"/>
                <a:gd name="connsiteY31" fmla="*/ 166257 h 1630186"/>
                <a:gd name="connsiteX0" fmla="*/ 592278 w 1108625"/>
                <a:gd name="connsiteY0" fmla="*/ 166257 h 1630186"/>
                <a:gd name="connsiteX1" fmla="*/ 660349 w 1108625"/>
                <a:gd name="connsiteY1" fmla="*/ 304802 h 1630186"/>
                <a:gd name="connsiteX2" fmla="*/ 770189 w 1108625"/>
                <a:gd name="connsiteY2" fmla="*/ 471057 h 1630186"/>
                <a:gd name="connsiteX3" fmla="*/ 838625 w 1108625"/>
                <a:gd name="connsiteY3" fmla="*/ 535711 h 1630186"/>
                <a:gd name="connsiteX4" fmla="*/ 868443 w 1108625"/>
                <a:gd name="connsiteY4" fmla="*/ 581892 h 1630186"/>
                <a:gd name="connsiteX5" fmla="*/ 1108363 w 1108625"/>
                <a:gd name="connsiteY5" fmla="*/ 1071420 h 1630186"/>
                <a:gd name="connsiteX6" fmla="*/ 918843 w 1108625"/>
                <a:gd name="connsiteY6" fmla="*/ 960584 h 1630186"/>
                <a:gd name="connsiteX7" fmla="*/ 1099127 w 1108625"/>
                <a:gd name="connsiteY7" fmla="*/ 1136074 h 1630186"/>
                <a:gd name="connsiteX8" fmla="*/ 1043709 w 1108625"/>
                <a:gd name="connsiteY8" fmla="*/ 1191492 h 1630186"/>
                <a:gd name="connsiteX9" fmla="*/ 951345 w 1108625"/>
                <a:gd name="connsiteY9" fmla="*/ 1256147 h 1630186"/>
                <a:gd name="connsiteX10" fmla="*/ 794327 w 1108625"/>
                <a:gd name="connsiteY10" fmla="*/ 1366983 h 1630186"/>
                <a:gd name="connsiteX11" fmla="*/ 744881 w 1108625"/>
                <a:gd name="connsiteY11" fmla="*/ 1599823 h 1630186"/>
                <a:gd name="connsiteX12" fmla="*/ 656472 w 1108625"/>
                <a:gd name="connsiteY12" fmla="*/ 1596100 h 1630186"/>
                <a:gd name="connsiteX13" fmla="*/ 532363 w 1108625"/>
                <a:gd name="connsiteY13" fmla="*/ 1625877 h 1630186"/>
                <a:gd name="connsiteX14" fmla="*/ 400351 w 1108625"/>
                <a:gd name="connsiteY14" fmla="*/ 1604234 h 1630186"/>
                <a:gd name="connsiteX15" fmla="*/ 406400 w 1108625"/>
                <a:gd name="connsiteY15" fmla="*/ 1265383 h 1630186"/>
                <a:gd name="connsiteX16" fmla="*/ 378691 w 1108625"/>
                <a:gd name="connsiteY16" fmla="*/ 1173020 h 1630186"/>
                <a:gd name="connsiteX17" fmla="*/ 319491 w 1108625"/>
                <a:gd name="connsiteY17" fmla="*/ 1136075 h 1630186"/>
                <a:gd name="connsiteX18" fmla="*/ 252727 w 1108625"/>
                <a:gd name="connsiteY18" fmla="*/ 979056 h 1630186"/>
                <a:gd name="connsiteX19" fmla="*/ 240145 w 1108625"/>
                <a:gd name="connsiteY19" fmla="*/ 646547 h 1630186"/>
                <a:gd name="connsiteX20" fmla="*/ 203200 w 1108625"/>
                <a:gd name="connsiteY20" fmla="*/ 544947 h 1630186"/>
                <a:gd name="connsiteX21" fmla="*/ 175491 w 1108625"/>
                <a:gd name="connsiteY21" fmla="*/ 443347 h 1630186"/>
                <a:gd name="connsiteX22" fmla="*/ 138545 w 1108625"/>
                <a:gd name="connsiteY22" fmla="*/ 360220 h 1630186"/>
                <a:gd name="connsiteX23" fmla="*/ 110836 w 1108625"/>
                <a:gd name="connsiteY23" fmla="*/ 286329 h 1630186"/>
                <a:gd name="connsiteX24" fmla="*/ 92363 w 1108625"/>
                <a:gd name="connsiteY24" fmla="*/ 221674 h 1630186"/>
                <a:gd name="connsiteX25" fmla="*/ 64654 w 1108625"/>
                <a:gd name="connsiteY25" fmla="*/ 166256 h 1630186"/>
                <a:gd name="connsiteX26" fmla="*/ 46182 w 1108625"/>
                <a:gd name="connsiteY26" fmla="*/ 110838 h 1630186"/>
                <a:gd name="connsiteX27" fmla="*/ 27709 w 1108625"/>
                <a:gd name="connsiteY27" fmla="*/ 73892 h 1630186"/>
                <a:gd name="connsiteX28" fmla="*/ 9236 w 1108625"/>
                <a:gd name="connsiteY28" fmla="*/ 9238 h 1630186"/>
                <a:gd name="connsiteX29" fmla="*/ 0 w 1108625"/>
                <a:gd name="connsiteY29" fmla="*/ 2 h 1630186"/>
                <a:gd name="connsiteX30" fmla="*/ 473991 w 1108625"/>
                <a:gd name="connsiteY30" fmla="*/ 191723 h 1630186"/>
                <a:gd name="connsiteX31" fmla="*/ 592278 w 1108625"/>
                <a:gd name="connsiteY31" fmla="*/ 166257 h 1630186"/>
                <a:gd name="connsiteX0" fmla="*/ 592278 w 1108625"/>
                <a:gd name="connsiteY0" fmla="*/ 166257 h 1630186"/>
                <a:gd name="connsiteX1" fmla="*/ 660349 w 1108625"/>
                <a:gd name="connsiteY1" fmla="*/ 304802 h 1630186"/>
                <a:gd name="connsiteX2" fmla="*/ 770189 w 1108625"/>
                <a:gd name="connsiteY2" fmla="*/ 471057 h 1630186"/>
                <a:gd name="connsiteX3" fmla="*/ 838625 w 1108625"/>
                <a:gd name="connsiteY3" fmla="*/ 535711 h 1630186"/>
                <a:gd name="connsiteX4" fmla="*/ 868443 w 1108625"/>
                <a:gd name="connsiteY4" fmla="*/ 581892 h 1630186"/>
                <a:gd name="connsiteX5" fmla="*/ 1108363 w 1108625"/>
                <a:gd name="connsiteY5" fmla="*/ 1071420 h 1630186"/>
                <a:gd name="connsiteX6" fmla="*/ 918843 w 1108625"/>
                <a:gd name="connsiteY6" fmla="*/ 960584 h 1630186"/>
                <a:gd name="connsiteX7" fmla="*/ 1099127 w 1108625"/>
                <a:gd name="connsiteY7" fmla="*/ 1136074 h 1630186"/>
                <a:gd name="connsiteX8" fmla="*/ 1043709 w 1108625"/>
                <a:gd name="connsiteY8" fmla="*/ 1191492 h 1630186"/>
                <a:gd name="connsiteX9" fmla="*/ 951345 w 1108625"/>
                <a:gd name="connsiteY9" fmla="*/ 1256147 h 1630186"/>
                <a:gd name="connsiteX10" fmla="*/ 794327 w 1108625"/>
                <a:gd name="connsiteY10" fmla="*/ 1366983 h 1630186"/>
                <a:gd name="connsiteX11" fmla="*/ 744881 w 1108625"/>
                <a:gd name="connsiteY11" fmla="*/ 1599823 h 1630186"/>
                <a:gd name="connsiteX12" fmla="*/ 658334 w 1108625"/>
                <a:gd name="connsiteY12" fmla="*/ 1623396 h 1630186"/>
                <a:gd name="connsiteX13" fmla="*/ 532363 w 1108625"/>
                <a:gd name="connsiteY13" fmla="*/ 1625877 h 1630186"/>
                <a:gd name="connsiteX14" fmla="*/ 400351 w 1108625"/>
                <a:gd name="connsiteY14" fmla="*/ 1604234 h 1630186"/>
                <a:gd name="connsiteX15" fmla="*/ 406400 w 1108625"/>
                <a:gd name="connsiteY15" fmla="*/ 1265383 h 1630186"/>
                <a:gd name="connsiteX16" fmla="*/ 378691 w 1108625"/>
                <a:gd name="connsiteY16" fmla="*/ 1173020 h 1630186"/>
                <a:gd name="connsiteX17" fmla="*/ 319491 w 1108625"/>
                <a:gd name="connsiteY17" fmla="*/ 1136075 h 1630186"/>
                <a:gd name="connsiteX18" fmla="*/ 252727 w 1108625"/>
                <a:gd name="connsiteY18" fmla="*/ 979056 h 1630186"/>
                <a:gd name="connsiteX19" fmla="*/ 240145 w 1108625"/>
                <a:gd name="connsiteY19" fmla="*/ 646547 h 1630186"/>
                <a:gd name="connsiteX20" fmla="*/ 203200 w 1108625"/>
                <a:gd name="connsiteY20" fmla="*/ 544947 h 1630186"/>
                <a:gd name="connsiteX21" fmla="*/ 175491 w 1108625"/>
                <a:gd name="connsiteY21" fmla="*/ 443347 h 1630186"/>
                <a:gd name="connsiteX22" fmla="*/ 138545 w 1108625"/>
                <a:gd name="connsiteY22" fmla="*/ 360220 h 1630186"/>
                <a:gd name="connsiteX23" fmla="*/ 110836 w 1108625"/>
                <a:gd name="connsiteY23" fmla="*/ 286329 h 1630186"/>
                <a:gd name="connsiteX24" fmla="*/ 92363 w 1108625"/>
                <a:gd name="connsiteY24" fmla="*/ 221674 h 1630186"/>
                <a:gd name="connsiteX25" fmla="*/ 64654 w 1108625"/>
                <a:gd name="connsiteY25" fmla="*/ 166256 h 1630186"/>
                <a:gd name="connsiteX26" fmla="*/ 46182 w 1108625"/>
                <a:gd name="connsiteY26" fmla="*/ 110838 h 1630186"/>
                <a:gd name="connsiteX27" fmla="*/ 27709 w 1108625"/>
                <a:gd name="connsiteY27" fmla="*/ 73892 h 1630186"/>
                <a:gd name="connsiteX28" fmla="*/ 9236 w 1108625"/>
                <a:gd name="connsiteY28" fmla="*/ 9238 h 1630186"/>
                <a:gd name="connsiteX29" fmla="*/ 0 w 1108625"/>
                <a:gd name="connsiteY29" fmla="*/ 2 h 1630186"/>
                <a:gd name="connsiteX30" fmla="*/ 473991 w 1108625"/>
                <a:gd name="connsiteY30" fmla="*/ 191723 h 1630186"/>
                <a:gd name="connsiteX31" fmla="*/ 592278 w 1108625"/>
                <a:gd name="connsiteY31" fmla="*/ 166257 h 1630186"/>
                <a:gd name="connsiteX0" fmla="*/ 592278 w 1108625"/>
                <a:gd name="connsiteY0" fmla="*/ 166257 h 1630186"/>
                <a:gd name="connsiteX1" fmla="*/ 660349 w 1108625"/>
                <a:gd name="connsiteY1" fmla="*/ 304802 h 1630186"/>
                <a:gd name="connsiteX2" fmla="*/ 770189 w 1108625"/>
                <a:gd name="connsiteY2" fmla="*/ 471057 h 1630186"/>
                <a:gd name="connsiteX3" fmla="*/ 838625 w 1108625"/>
                <a:gd name="connsiteY3" fmla="*/ 535711 h 1630186"/>
                <a:gd name="connsiteX4" fmla="*/ 868443 w 1108625"/>
                <a:gd name="connsiteY4" fmla="*/ 581892 h 1630186"/>
                <a:gd name="connsiteX5" fmla="*/ 1108363 w 1108625"/>
                <a:gd name="connsiteY5" fmla="*/ 1071420 h 1630186"/>
                <a:gd name="connsiteX6" fmla="*/ 918843 w 1108625"/>
                <a:gd name="connsiteY6" fmla="*/ 960584 h 1630186"/>
                <a:gd name="connsiteX7" fmla="*/ 1099127 w 1108625"/>
                <a:gd name="connsiteY7" fmla="*/ 1136074 h 1630186"/>
                <a:gd name="connsiteX8" fmla="*/ 1043709 w 1108625"/>
                <a:gd name="connsiteY8" fmla="*/ 1191492 h 1630186"/>
                <a:gd name="connsiteX9" fmla="*/ 951345 w 1108625"/>
                <a:gd name="connsiteY9" fmla="*/ 1256147 h 1630186"/>
                <a:gd name="connsiteX10" fmla="*/ 796189 w 1108625"/>
                <a:gd name="connsiteY10" fmla="*/ 1571700 h 1630186"/>
                <a:gd name="connsiteX11" fmla="*/ 744881 w 1108625"/>
                <a:gd name="connsiteY11" fmla="*/ 1599823 h 1630186"/>
                <a:gd name="connsiteX12" fmla="*/ 658334 w 1108625"/>
                <a:gd name="connsiteY12" fmla="*/ 1623396 h 1630186"/>
                <a:gd name="connsiteX13" fmla="*/ 532363 w 1108625"/>
                <a:gd name="connsiteY13" fmla="*/ 1625877 h 1630186"/>
                <a:gd name="connsiteX14" fmla="*/ 400351 w 1108625"/>
                <a:gd name="connsiteY14" fmla="*/ 1604234 h 1630186"/>
                <a:gd name="connsiteX15" fmla="*/ 406400 w 1108625"/>
                <a:gd name="connsiteY15" fmla="*/ 1265383 h 1630186"/>
                <a:gd name="connsiteX16" fmla="*/ 378691 w 1108625"/>
                <a:gd name="connsiteY16" fmla="*/ 1173020 h 1630186"/>
                <a:gd name="connsiteX17" fmla="*/ 319491 w 1108625"/>
                <a:gd name="connsiteY17" fmla="*/ 1136075 h 1630186"/>
                <a:gd name="connsiteX18" fmla="*/ 252727 w 1108625"/>
                <a:gd name="connsiteY18" fmla="*/ 979056 h 1630186"/>
                <a:gd name="connsiteX19" fmla="*/ 240145 w 1108625"/>
                <a:gd name="connsiteY19" fmla="*/ 646547 h 1630186"/>
                <a:gd name="connsiteX20" fmla="*/ 203200 w 1108625"/>
                <a:gd name="connsiteY20" fmla="*/ 544947 h 1630186"/>
                <a:gd name="connsiteX21" fmla="*/ 175491 w 1108625"/>
                <a:gd name="connsiteY21" fmla="*/ 443347 h 1630186"/>
                <a:gd name="connsiteX22" fmla="*/ 138545 w 1108625"/>
                <a:gd name="connsiteY22" fmla="*/ 360220 h 1630186"/>
                <a:gd name="connsiteX23" fmla="*/ 110836 w 1108625"/>
                <a:gd name="connsiteY23" fmla="*/ 286329 h 1630186"/>
                <a:gd name="connsiteX24" fmla="*/ 92363 w 1108625"/>
                <a:gd name="connsiteY24" fmla="*/ 221674 h 1630186"/>
                <a:gd name="connsiteX25" fmla="*/ 64654 w 1108625"/>
                <a:gd name="connsiteY25" fmla="*/ 166256 h 1630186"/>
                <a:gd name="connsiteX26" fmla="*/ 46182 w 1108625"/>
                <a:gd name="connsiteY26" fmla="*/ 110838 h 1630186"/>
                <a:gd name="connsiteX27" fmla="*/ 27709 w 1108625"/>
                <a:gd name="connsiteY27" fmla="*/ 73892 h 1630186"/>
                <a:gd name="connsiteX28" fmla="*/ 9236 w 1108625"/>
                <a:gd name="connsiteY28" fmla="*/ 9238 h 1630186"/>
                <a:gd name="connsiteX29" fmla="*/ 0 w 1108625"/>
                <a:gd name="connsiteY29" fmla="*/ 2 h 1630186"/>
                <a:gd name="connsiteX30" fmla="*/ 473991 w 1108625"/>
                <a:gd name="connsiteY30" fmla="*/ 191723 h 1630186"/>
                <a:gd name="connsiteX31" fmla="*/ 592278 w 1108625"/>
                <a:gd name="connsiteY31" fmla="*/ 166257 h 1630186"/>
                <a:gd name="connsiteX0" fmla="*/ 592278 w 1108625"/>
                <a:gd name="connsiteY0" fmla="*/ 166257 h 1630186"/>
                <a:gd name="connsiteX1" fmla="*/ 660349 w 1108625"/>
                <a:gd name="connsiteY1" fmla="*/ 304802 h 1630186"/>
                <a:gd name="connsiteX2" fmla="*/ 770189 w 1108625"/>
                <a:gd name="connsiteY2" fmla="*/ 471057 h 1630186"/>
                <a:gd name="connsiteX3" fmla="*/ 838625 w 1108625"/>
                <a:gd name="connsiteY3" fmla="*/ 535711 h 1630186"/>
                <a:gd name="connsiteX4" fmla="*/ 868443 w 1108625"/>
                <a:gd name="connsiteY4" fmla="*/ 581892 h 1630186"/>
                <a:gd name="connsiteX5" fmla="*/ 1108363 w 1108625"/>
                <a:gd name="connsiteY5" fmla="*/ 1071420 h 1630186"/>
                <a:gd name="connsiteX6" fmla="*/ 918843 w 1108625"/>
                <a:gd name="connsiteY6" fmla="*/ 960584 h 1630186"/>
                <a:gd name="connsiteX7" fmla="*/ 1099127 w 1108625"/>
                <a:gd name="connsiteY7" fmla="*/ 1136074 h 1630186"/>
                <a:gd name="connsiteX8" fmla="*/ 1043709 w 1108625"/>
                <a:gd name="connsiteY8" fmla="*/ 1191492 h 1630186"/>
                <a:gd name="connsiteX9" fmla="*/ 850763 w 1108625"/>
                <a:gd name="connsiteY9" fmla="*/ 1397174 h 1630186"/>
                <a:gd name="connsiteX10" fmla="*/ 796189 w 1108625"/>
                <a:gd name="connsiteY10" fmla="*/ 1571700 h 1630186"/>
                <a:gd name="connsiteX11" fmla="*/ 744881 w 1108625"/>
                <a:gd name="connsiteY11" fmla="*/ 1599823 h 1630186"/>
                <a:gd name="connsiteX12" fmla="*/ 658334 w 1108625"/>
                <a:gd name="connsiteY12" fmla="*/ 1623396 h 1630186"/>
                <a:gd name="connsiteX13" fmla="*/ 532363 w 1108625"/>
                <a:gd name="connsiteY13" fmla="*/ 1625877 h 1630186"/>
                <a:gd name="connsiteX14" fmla="*/ 400351 w 1108625"/>
                <a:gd name="connsiteY14" fmla="*/ 1604234 h 1630186"/>
                <a:gd name="connsiteX15" fmla="*/ 406400 w 1108625"/>
                <a:gd name="connsiteY15" fmla="*/ 1265383 h 1630186"/>
                <a:gd name="connsiteX16" fmla="*/ 378691 w 1108625"/>
                <a:gd name="connsiteY16" fmla="*/ 1173020 h 1630186"/>
                <a:gd name="connsiteX17" fmla="*/ 319491 w 1108625"/>
                <a:gd name="connsiteY17" fmla="*/ 1136075 h 1630186"/>
                <a:gd name="connsiteX18" fmla="*/ 252727 w 1108625"/>
                <a:gd name="connsiteY18" fmla="*/ 979056 h 1630186"/>
                <a:gd name="connsiteX19" fmla="*/ 240145 w 1108625"/>
                <a:gd name="connsiteY19" fmla="*/ 646547 h 1630186"/>
                <a:gd name="connsiteX20" fmla="*/ 203200 w 1108625"/>
                <a:gd name="connsiteY20" fmla="*/ 544947 h 1630186"/>
                <a:gd name="connsiteX21" fmla="*/ 175491 w 1108625"/>
                <a:gd name="connsiteY21" fmla="*/ 443347 h 1630186"/>
                <a:gd name="connsiteX22" fmla="*/ 138545 w 1108625"/>
                <a:gd name="connsiteY22" fmla="*/ 360220 h 1630186"/>
                <a:gd name="connsiteX23" fmla="*/ 110836 w 1108625"/>
                <a:gd name="connsiteY23" fmla="*/ 286329 h 1630186"/>
                <a:gd name="connsiteX24" fmla="*/ 92363 w 1108625"/>
                <a:gd name="connsiteY24" fmla="*/ 221674 h 1630186"/>
                <a:gd name="connsiteX25" fmla="*/ 64654 w 1108625"/>
                <a:gd name="connsiteY25" fmla="*/ 166256 h 1630186"/>
                <a:gd name="connsiteX26" fmla="*/ 46182 w 1108625"/>
                <a:gd name="connsiteY26" fmla="*/ 110838 h 1630186"/>
                <a:gd name="connsiteX27" fmla="*/ 27709 w 1108625"/>
                <a:gd name="connsiteY27" fmla="*/ 73892 h 1630186"/>
                <a:gd name="connsiteX28" fmla="*/ 9236 w 1108625"/>
                <a:gd name="connsiteY28" fmla="*/ 9238 h 1630186"/>
                <a:gd name="connsiteX29" fmla="*/ 0 w 1108625"/>
                <a:gd name="connsiteY29" fmla="*/ 2 h 1630186"/>
                <a:gd name="connsiteX30" fmla="*/ 473991 w 1108625"/>
                <a:gd name="connsiteY30" fmla="*/ 191723 h 1630186"/>
                <a:gd name="connsiteX31" fmla="*/ 592278 w 1108625"/>
                <a:gd name="connsiteY31" fmla="*/ 166257 h 1630186"/>
                <a:gd name="connsiteX0" fmla="*/ 592278 w 1108625"/>
                <a:gd name="connsiteY0" fmla="*/ 166257 h 1630186"/>
                <a:gd name="connsiteX1" fmla="*/ 660349 w 1108625"/>
                <a:gd name="connsiteY1" fmla="*/ 304802 h 1630186"/>
                <a:gd name="connsiteX2" fmla="*/ 770189 w 1108625"/>
                <a:gd name="connsiteY2" fmla="*/ 471057 h 1630186"/>
                <a:gd name="connsiteX3" fmla="*/ 838625 w 1108625"/>
                <a:gd name="connsiteY3" fmla="*/ 535711 h 1630186"/>
                <a:gd name="connsiteX4" fmla="*/ 868443 w 1108625"/>
                <a:gd name="connsiteY4" fmla="*/ 581892 h 1630186"/>
                <a:gd name="connsiteX5" fmla="*/ 1108363 w 1108625"/>
                <a:gd name="connsiteY5" fmla="*/ 1071420 h 1630186"/>
                <a:gd name="connsiteX6" fmla="*/ 918843 w 1108625"/>
                <a:gd name="connsiteY6" fmla="*/ 960584 h 1630186"/>
                <a:gd name="connsiteX7" fmla="*/ 1099127 w 1108625"/>
                <a:gd name="connsiteY7" fmla="*/ 1136074 h 1630186"/>
                <a:gd name="connsiteX8" fmla="*/ 885385 w 1108625"/>
                <a:gd name="connsiteY8" fmla="*/ 1277928 h 1630186"/>
                <a:gd name="connsiteX9" fmla="*/ 850763 w 1108625"/>
                <a:gd name="connsiteY9" fmla="*/ 1397174 h 1630186"/>
                <a:gd name="connsiteX10" fmla="*/ 796189 w 1108625"/>
                <a:gd name="connsiteY10" fmla="*/ 1571700 h 1630186"/>
                <a:gd name="connsiteX11" fmla="*/ 744881 w 1108625"/>
                <a:gd name="connsiteY11" fmla="*/ 1599823 h 1630186"/>
                <a:gd name="connsiteX12" fmla="*/ 658334 w 1108625"/>
                <a:gd name="connsiteY12" fmla="*/ 1623396 h 1630186"/>
                <a:gd name="connsiteX13" fmla="*/ 532363 w 1108625"/>
                <a:gd name="connsiteY13" fmla="*/ 1625877 h 1630186"/>
                <a:gd name="connsiteX14" fmla="*/ 400351 w 1108625"/>
                <a:gd name="connsiteY14" fmla="*/ 1604234 h 1630186"/>
                <a:gd name="connsiteX15" fmla="*/ 406400 w 1108625"/>
                <a:gd name="connsiteY15" fmla="*/ 1265383 h 1630186"/>
                <a:gd name="connsiteX16" fmla="*/ 378691 w 1108625"/>
                <a:gd name="connsiteY16" fmla="*/ 1173020 h 1630186"/>
                <a:gd name="connsiteX17" fmla="*/ 319491 w 1108625"/>
                <a:gd name="connsiteY17" fmla="*/ 1136075 h 1630186"/>
                <a:gd name="connsiteX18" fmla="*/ 252727 w 1108625"/>
                <a:gd name="connsiteY18" fmla="*/ 979056 h 1630186"/>
                <a:gd name="connsiteX19" fmla="*/ 240145 w 1108625"/>
                <a:gd name="connsiteY19" fmla="*/ 646547 h 1630186"/>
                <a:gd name="connsiteX20" fmla="*/ 203200 w 1108625"/>
                <a:gd name="connsiteY20" fmla="*/ 544947 h 1630186"/>
                <a:gd name="connsiteX21" fmla="*/ 175491 w 1108625"/>
                <a:gd name="connsiteY21" fmla="*/ 443347 h 1630186"/>
                <a:gd name="connsiteX22" fmla="*/ 138545 w 1108625"/>
                <a:gd name="connsiteY22" fmla="*/ 360220 h 1630186"/>
                <a:gd name="connsiteX23" fmla="*/ 110836 w 1108625"/>
                <a:gd name="connsiteY23" fmla="*/ 286329 h 1630186"/>
                <a:gd name="connsiteX24" fmla="*/ 92363 w 1108625"/>
                <a:gd name="connsiteY24" fmla="*/ 221674 h 1630186"/>
                <a:gd name="connsiteX25" fmla="*/ 64654 w 1108625"/>
                <a:gd name="connsiteY25" fmla="*/ 166256 h 1630186"/>
                <a:gd name="connsiteX26" fmla="*/ 46182 w 1108625"/>
                <a:gd name="connsiteY26" fmla="*/ 110838 h 1630186"/>
                <a:gd name="connsiteX27" fmla="*/ 27709 w 1108625"/>
                <a:gd name="connsiteY27" fmla="*/ 73892 h 1630186"/>
                <a:gd name="connsiteX28" fmla="*/ 9236 w 1108625"/>
                <a:gd name="connsiteY28" fmla="*/ 9238 h 1630186"/>
                <a:gd name="connsiteX29" fmla="*/ 0 w 1108625"/>
                <a:gd name="connsiteY29" fmla="*/ 2 h 1630186"/>
                <a:gd name="connsiteX30" fmla="*/ 473991 w 1108625"/>
                <a:gd name="connsiteY30" fmla="*/ 191723 h 1630186"/>
                <a:gd name="connsiteX31" fmla="*/ 592278 w 1108625"/>
                <a:gd name="connsiteY31" fmla="*/ 166257 h 1630186"/>
                <a:gd name="connsiteX0" fmla="*/ 592278 w 1108683"/>
                <a:gd name="connsiteY0" fmla="*/ 166257 h 1630186"/>
                <a:gd name="connsiteX1" fmla="*/ 660349 w 1108683"/>
                <a:gd name="connsiteY1" fmla="*/ 304802 h 1630186"/>
                <a:gd name="connsiteX2" fmla="*/ 770189 w 1108683"/>
                <a:gd name="connsiteY2" fmla="*/ 471057 h 1630186"/>
                <a:gd name="connsiteX3" fmla="*/ 838625 w 1108683"/>
                <a:gd name="connsiteY3" fmla="*/ 535711 h 1630186"/>
                <a:gd name="connsiteX4" fmla="*/ 868443 w 1108683"/>
                <a:gd name="connsiteY4" fmla="*/ 581892 h 1630186"/>
                <a:gd name="connsiteX5" fmla="*/ 1108363 w 1108683"/>
                <a:gd name="connsiteY5" fmla="*/ 1071420 h 1630186"/>
                <a:gd name="connsiteX6" fmla="*/ 918843 w 1108683"/>
                <a:gd name="connsiteY6" fmla="*/ 960584 h 1630186"/>
                <a:gd name="connsiteX7" fmla="*/ 875612 w 1108683"/>
                <a:gd name="connsiteY7" fmla="*/ 1186116 h 1630186"/>
                <a:gd name="connsiteX8" fmla="*/ 885385 w 1108683"/>
                <a:gd name="connsiteY8" fmla="*/ 1277928 h 1630186"/>
                <a:gd name="connsiteX9" fmla="*/ 850763 w 1108683"/>
                <a:gd name="connsiteY9" fmla="*/ 1397174 h 1630186"/>
                <a:gd name="connsiteX10" fmla="*/ 796189 w 1108683"/>
                <a:gd name="connsiteY10" fmla="*/ 1571700 h 1630186"/>
                <a:gd name="connsiteX11" fmla="*/ 744881 w 1108683"/>
                <a:gd name="connsiteY11" fmla="*/ 1599823 h 1630186"/>
                <a:gd name="connsiteX12" fmla="*/ 658334 w 1108683"/>
                <a:gd name="connsiteY12" fmla="*/ 1623396 h 1630186"/>
                <a:gd name="connsiteX13" fmla="*/ 532363 w 1108683"/>
                <a:gd name="connsiteY13" fmla="*/ 1625877 h 1630186"/>
                <a:gd name="connsiteX14" fmla="*/ 400351 w 1108683"/>
                <a:gd name="connsiteY14" fmla="*/ 1604234 h 1630186"/>
                <a:gd name="connsiteX15" fmla="*/ 406400 w 1108683"/>
                <a:gd name="connsiteY15" fmla="*/ 1265383 h 1630186"/>
                <a:gd name="connsiteX16" fmla="*/ 378691 w 1108683"/>
                <a:gd name="connsiteY16" fmla="*/ 1173020 h 1630186"/>
                <a:gd name="connsiteX17" fmla="*/ 319491 w 1108683"/>
                <a:gd name="connsiteY17" fmla="*/ 1136075 h 1630186"/>
                <a:gd name="connsiteX18" fmla="*/ 252727 w 1108683"/>
                <a:gd name="connsiteY18" fmla="*/ 979056 h 1630186"/>
                <a:gd name="connsiteX19" fmla="*/ 240145 w 1108683"/>
                <a:gd name="connsiteY19" fmla="*/ 646547 h 1630186"/>
                <a:gd name="connsiteX20" fmla="*/ 203200 w 1108683"/>
                <a:gd name="connsiteY20" fmla="*/ 544947 h 1630186"/>
                <a:gd name="connsiteX21" fmla="*/ 175491 w 1108683"/>
                <a:gd name="connsiteY21" fmla="*/ 443347 h 1630186"/>
                <a:gd name="connsiteX22" fmla="*/ 138545 w 1108683"/>
                <a:gd name="connsiteY22" fmla="*/ 360220 h 1630186"/>
                <a:gd name="connsiteX23" fmla="*/ 110836 w 1108683"/>
                <a:gd name="connsiteY23" fmla="*/ 286329 h 1630186"/>
                <a:gd name="connsiteX24" fmla="*/ 92363 w 1108683"/>
                <a:gd name="connsiteY24" fmla="*/ 221674 h 1630186"/>
                <a:gd name="connsiteX25" fmla="*/ 64654 w 1108683"/>
                <a:gd name="connsiteY25" fmla="*/ 166256 h 1630186"/>
                <a:gd name="connsiteX26" fmla="*/ 46182 w 1108683"/>
                <a:gd name="connsiteY26" fmla="*/ 110838 h 1630186"/>
                <a:gd name="connsiteX27" fmla="*/ 27709 w 1108683"/>
                <a:gd name="connsiteY27" fmla="*/ 73892 h 1630186"/>
                <a:gd name="connsiteX28" fmla="*/ 9236 w 1108683"/>
                <a:gd name="connsiteY28" fmla="*/ 9238 h 1630186"/>
                <a:gd name="connsiteX29" fmla="*/ 0 w 1108683"/>
                <a:gd name="connsiteY29" fmla="*/ 2 h 1630186"/>
                <a:gd name="connsiteX30" fmla="*/ 473991 w 1108683"/>
                <a:gd name="connsiteY30" fmla="*/ 191723 h 1630186"/>
                <a:gd name="connsiteX31" fmla="*/ 592278 w 1108683"/>
                <a:gd name="connsiteY31" fmla="*/ 166257 h 1630186"/>
                <a:gd name="connsiteX0" fmla="*/ 592278 w 920466"/>
                <a:gd name="connsiteY0" fmla="*/ 166257 h 1630186"/>
                <a:gd name="connsiteX1" fmla="*/ 660349 w 920466"/>
                <a:gd name="connsiteY1" fmla="*/ 304802 h 1630186"/>
                <a:gd name="connsiteX2" fmla="*/ 770189 w 920466"/>
                <a:gd name="connsiteY2" fmla="*/ 471057 h 1630186"/>
                <a:gd name="connsiteX3" fmla="*/ 838625 w 920466"/>
                <a:gd name="connsiteY3" fmla="*/ 535711 h 1630186"/>
                <a:gd name="connsiteX4" fmla="*/ 868443 w 920466"/>
                <a:gd name="connsiteY4" fmla="*/ 581892 h 1630186"/>
                <a:gd name="connsiteX5" fmla="*/ 907200 w 920466"/>
                <a:gd name="connsiteY5" fmla="*/ 834859 h 1630186"/>
                <a:gd name="connsiteX6" fmla="*/ 918843 w 920466"/>
                <a:gd name="connsiteY6" fmla="*/ 960584 h 1630186"/>
                <a:gd name="connsiteX7" fmla="*/ 875612 w 920466"/>
                <a:gd name="connsiteY7" fmla="*/ 1186116 h 1630186"/>
                <a:gd name="connsiteX8" fmla="*/ 885385 w 920466"/>
                <a:gd name="connsiteY8" fmla="*/ 1277928 h 1630186"/>
                <a:gd name="connsiteX9" fmla="*/ 850763 w 920466"/>
                <a:gd name="connsiteY9" fmla="*/ 1397174 h 1630186"/>
                <a:gd name="connsiteX10" fmla="*/ 796189 w 920466"/>
                <a:gd name="connsiteY10" fmla="*/ 1571700 h 1630186"/>
                <a:gd name="connsiteX11" fmla="*/ 744881 w 920466"/>
                <a:gd name="connsiteY11" fmla="*/ 1599823 h 1630186"/>
                <a:gd name="connsiteX12" fmla="*/ 658334 w 920466"/>
                <a:gd name="connsiteY12" fmla="*/ 1623396 h 1630186"/>
                <a:gd name="connsiteX13" fmla="*/ 532363 w 920466"/>
                <a:gd name="connsiteY13" fmla="*/ 1625877 h 1630186"/>
                <a:gd name="connsiteX14" fmla="*/ 400351 w 920466"/>
                <a:gd name="connsiteY14" fmla="*/ 1604234 h 1630186"/>
                <a:gd name="connsiteX15" fmla="*/ 406400 w 920466"/>
                <a:gd name="connsiteY15" fmla="*/ 1265383 h 1630186"/>
                <a:gd name="connsiteX16" fmla="*/ 378691 w 920466"/>
                <a:gd name="connsiteY16" fmla="*/ 1173020 h 1630186"/>
                <a:gd name="connsiteX17" fmla="*/ 319491 w 920466"/>
                <a:gd name="connsiteY17" fmla="*/ 1136075 h 1630186"/>
                <a:gd name="connsiteX18" fmla="*/ 252727 w 920466"/>
                <a:gd name="connsiteY18" fmla="*/ 979056 h 1630186"/>
                <a:gd name="connsiteX19" fmla="*/ 240145 w 920466"/>
                <a:gd name="connsiteY19" fmla="*/ 646547 h 1630186"/>
                <a:gd name="connsiteX20" fmla="*/ 203200 w 920466"/>
                <a:gd name="connsiteY20" fmla="*/ 544947 h 1630186"/>
                <a:gd name="connsiteX21" fmla="*/ 175491 w 920466"/>
                <a:gd name="connsiteY21" fmla="*/ 443347 h 1630186"/>
                <a:gd name="connsiteX22" fmla="*/ 138545 w 920466"/>
                <a:gd name="connsiteY22" fmla="*/ 360220 h 1630186"/>
                <a:gd name="connsiteX23" fmla="*/ 110836 w 920466"/>
                <a:gd name="connsiteY23" fmla="*/ 286329 h 1630186"/>
                <a:gd name="connsiteX24" fmla="*/ 92363 w 920466"/>
                <a:gd name="connsiteY24" fmla="*/ 221674 h 1630186"/>
                <a:gd name="connsiteX25" fmla="*/ 64654 w 920466"/>
                <a:gd name="connsiteY25" fmla="*/ 166256 h 1630186"/>
                <a:gd name="connsiteX26" fmla="*/ 46182 w 920466"/>
                <a:gd name="connsiteY26" fmla="*/ 110838 h 1630186"/>
                <a:gd name="connsiteX27" fmla="*/ 27709 w 920466"/>
                <a:gd name="connsiteY27" fmla="*/ 73892 h 1630186"/>
                <a:gd name="connsiteX28" fmla="*/ 9236 w 920466"/>
                <a:gd name="connsiteY28" fmla="*/ 9238 h 1630186"/>
                <a:gd name="connsiteX29" fmla="*/ 0 w 920466"/>
                <a:gd name="connsiteY29" fmla="*/ 2 h 1630186"/>
                <a:gd name="connsiteX30" fmla="*/ 473991 w 920466"/>
                <a:gd name="connsiteY30" fmla="*/ 191723 h 1630186"/>
                <a:gd name="connsiteX31" fmla="*/ 592278 w 920466"/>
                <a:gd name="connsiteY31" fmla="*/ 166257 h 1630186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378691 w 920466"/>
                <a:gd name="connsiteY16" fmla="*/ 1173020 h 1625877"/>
                <a:gd name="connsiteX17" fmla="*/ 319491 w 920466"/>
                <a:gd name="connsiteY17" fmla="*/ 1136075 h 1625877"/>
                <a:gd name="connsiteX18" fmla="*/ 252727 w 920466"/>
                <a:gd name="connsiteY18" fmla="*/ 979056 h 1625877"/>
                <a:gd name="connsiteX19" fmla="*/ 240145 w 920466"/>
                <a:gd name="connsiteY19" fmla="*/ 646547 h 1625877"/>
                <a:gd name="connsiteX20" fmla="*/ 203200 w 920466"/>
                <a:gd name="connsiteY20" fmla="*/ 544947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319491 w 920466"/>
                <a:gd name="connsiteY17" fmla="*/ 1136075 h 1625877"/>
                <a:gd name="connsiteX18" fmla="*/ 252727 w 920466"/>
                <a:gd name="connsiteY18" fmla="*/ 979056 h 1625877"/>
                <a:gd name="connsiteX19" fmla="*/ 240145 w 920466"/>
                <a:gd name="connsiteY19" fmla="*/ 646547 h 1625877"/>
                <a:gd name="connsiteX20" fmla="*/ 203200 w 920466"/>
                <a:gd name="connsiteY20" fmla="*/ 544947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52727 w 920466"/>
                <a:gd name="connsiteY18" fmla="*/ 979056 h 1625877"/>
                <a:gd name="connsiteX19" fmla="*/ 240145 w 920466"/>
                <a:gd name="connsiteY19" fmla="*/ 646547 h 1625877"/>
                <a:gd name="connsiteX20" fmla="*/ 203200 w 920466"/>
                <a:gd name="connsiteY20" fmla="*/ 544947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34101 w 920466"/>
                <a:gd name="connsiteY18" fmla="*/ 1192871 h 1625877"/>
                <a:gd name="connsiteX19" fmla="*/ 240145 w 920466"/>
                <a:gd name="connsiteY19" fmla="*/ 646547 h 1625877"/>
                <a:gd name="connsiteX20" fmla="*/ 203200 w 920466"/>
                <a:gd name="connsiteY20" fmla="*/ 544947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34101 w 920466"/>
                <a:gd name="connsiteY18" fmla="*/ 1192871 h 1625877"/>
                <a:gd name="connsiteX19" fmla="*/ 255046 w 920466"/>
                <a:gd name="connsiteY19" fmla="*/ 1033234 h 1625877"/>
                <a:gd name="connsiteX20" fmla="*/ 203200 w 920466"/>
                <a:gd name="connsiteY20" fmla="*/ 544947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34101 w 920466"/>
                <a:gd name="connsiteY18" fmla="*/ 1192871 h 1625877"/>
                <a:gd name="connsiteX19" fmla="*/ 255046 w 920466"/>
                <a:gd name="connsiteY19" fmla="*/ 1033234 h 1625877"/>
                <a:gd name="connsiteX20" fmla="*/ 298194 w 920466"/>
                <a:gd name="connsiteY20" fmla="*/ 963478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55046 w 920466"/>
                <a:gd name="connsiteY19" fmla="*/ 1033234 h 1625877"/>
                <a:gd name="connsiteX20" fmla="*/ 298194 w 920466"/>
                <a:gd name="connsiteY20" fmla="*/ 963478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98194 w 920466"/>
                <a:gd name="connsiteY20" fmla="*/ 963478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175491 w 920466"/>
                <a:gd name="connsiteY21" fmla="*/ 443347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138545 w 920466"/>
                <a:gd name="connsiteY22" fmla="*/ 360220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285692 w 920466"/>
                <a:gd name="connsiteY22" fmla="*/ 833343 h 1625877"/>
                <a:gd name="connsiteX23" fmla="*/ 110836 w 920466"/>
                <a:gd name="connsiteY23" fmla="*/ 286329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285692 w 920466"/>
                <a:gd name="connsiteY22" fmla="*/ 833343 h 1625877"/>
                <a:gd name="connsiteX23" fmla="*/ 321313 w 920466"/>
                <a:gd name="connsiteY23" fmla="*/ 704861 h 1625877"/>
                <a:gd name="connsiteX24" fmla="*/ 92363 w 920466"/>
                <a:gd name="connsiteY24" fmla="*/ 221674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285692 w 920466"/>
                <a:gd name="connsiteY22" fmla="*/ 833343 h 1625877"/>
                <a:gd name="connsiteX23" fmla="*/ 321313 w 920466"/>
                <a:gd name="connsiteY23" fmla="*/ 704861 h 1625877"/>
                <a:gd name="connsiteX24" fmla="*/ 360581 w 920466"/>
                <a:gd name="connsiteY24" fmla="*/ 694796 h 1625877"/>
                <a:gd name="connsiteX25" fmla="*/ 64654 w 920466"/>
                <a:gd name="connsiteY25" fmla="*/ 16625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285692 w 920466"/>
                <a:gd name="connsiteY22" fmla="*/ 833343 h 1625877"/>
                <a:gd name="connsiteX23" fmla="*/ 321313 w 920466"/>
                <a:gd name="connsiteY23" fmla="*/ 704861 h 1625877"/>
                <a:gd name="connsiteX24" fmla="*/ 360581 w 920466"/>
                <a:gd name="connsiteY24" fmla="*/ 694796 h 1625877"/>
                <a:gd name="connsiteX25" fmla="*/ 450218 w 920466"/>
                <a:gd name="connsiteY25" fmla="*/ 58933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363922 w 920466"/>
                <a:gd name="connsiteY22" fmla="*/ 1311014 h 1625877"/>
                <a:gd name="connsiteX23" fmla="*/ 321313 w 920466"/>
                <a:gd name="connsiteY23" fmla="*/ 704861 h 1625877"/>
                <a:gd name="connsiteX24" fmla="*/ 360581 w 920466"/>
                <a:gd name="connsiteY24" fmla="*/ 694796 h 1625877"/>
                <a:gd name="connsiteX25" fmla="*/ 450218 w 920466"/>
                <a:gd name="connsiteY25" fmla="*/ 58933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363922 w 920466"/>
                <a:gd name="connsiteY22" fmla="*/ 1311014 h 1625877"/>
                <a:gd name="connsiteX23" fmla="*/ 462872 w 920466"/>
                <a:gd name="connsiteY23" fmla="*/ 1287166 h 1625877"/>
                <a:gd name="connsiteX24" fmla="*/ 360581 w 920466"/>
                <a:gd name="connsiteY24" fmla="*/ 694796 h 1625877"/>
                <a:gd name="connsiteX25" fmla="*/ 450218 w 920466"/>
                <a:gd name="connsiteY25" fmla="*/ 589336 h 1625877"/>
                <a:gd name="connsiteX26" fmla="*/ 46182 w 920466"/>
                <a:gd name="connsiteY26" fmla="*/ 110838 h 1625877"/>
                <a:gd name="connsiteX27" fmla="*/ 27709 w 920466"/>
                <a:gd name="connsiteY27" fmla="*/ 73892 h 1625877"/>
                <a:gd name="connsiteX28" fmla="*/ 9236 w 920466"/>
                <a:gd name="connsiteY28" fmla="*/ 9238 h 1625877"/>
                <a:gd name="connsiteX29" fmla="*/ 0 w 920466"/>
                <a:gd name="connsiteY29" fmla="*/ 2 h 1625877"/>
                <a:gd name="connsiteX30" fmla="*/ 473991 w 920466"/>
                <a:gd name="connsiteY30" fmla="*/ 191723 h 1625877"/>
                <a:gd name="connsiteX31" fmla="*/ 592278 w 920466"/>
                <a:gd name="connsiteY31" fmla="*/ 166257 h 1625877"/>
                <a:gd name="connsiteX0" fmla="*/ 592278 w 920466"/>
                <a:gd name="connsiteY0" fmla="*/ 166257 h 1625877"/>
                <a:gd name="connsiteX1" fmla="*/ 660349 w 920466"/>
                <a:gd name="connsiteY1" fmla="*/ 304802 h 1625877"/>
                <a:gd name="connsiteX2" fmla="*/ 770189 w 920466"/>
                <a:gd name="connsiteY2" fmla="*/ 471057 h 1625877"/>
                <a:gd name="connsiteX3" fmla="*/ 838625 w 920466"/>
                <a:gd name="connsiteY3" fmla="*/ 535711 h 1625877"/>
                <a:gd name="connsiteX4" fmla="*/ 868443 w 920466"/>
                <a:gd name="connsiteY4" fmla="*/ 581892 h 1625877"/>
                <a:gd name="connsiteX5" fmla="*/ 907200 w 920466"/>
                <a:gd name="connsiteY5" fmla="*/ 834859 h 1625877"/>
                <a:gd name="connsiteX6" fmla="*/ 918843 w 920466"/>
                <a:gd name="connsiteY6" fmla="*/ 960584 h 1625877"/>
                <a:gd name="connsiteX7" fmla="*/ 875612 w 920466"/>
                <a:gd name="connsiteY7" fmla="*/ 1186116 h 1625877"/>
                <a:gd name="connsiteX8" fmla="*/ 885385 w 920466"/>
                <a:gd name="connsiteY8" fmla="*/ 1277928 h 1625877"/>
                <a:gd name="connsiteX9" fmla="*/ 850763 w 920466"/>
                <a:gd name="connsiteY9" fmla="*/ 1397174 h 1625877"/>
                <a:gd name="connsiteX10" fmla="*/ 796189 w 920466"/>
                <a:gd name="connsiteY10" fmla="*/ 1571700 h 1625877"/>
                <a:gd name="connsiteX11" fmla="*/ 744881 w 920466"/>
                <a:gd name="connsiteY11" fmla="*/ 1599823 h 1625877"/>
                <a:gd name="connsiteX12" fmla="*/ 658334 w 920466"/>
                <a:gd name="connsiteY12" fmla="*/ 1623396 h 1625877"/>
                <a:gd name="connsiteX13" fmla="*/ 532363 w 920466"/>
                <a:gd name="connsiteY13" fmla="*/ 1625877 h 1625877"/>
                <a:gd name="connsiteX14" fmla="*/ 400351 w 920466"/>
                <a:gd name="connsiteY14" fmla="*/ 1604234 h 1625877"/>
                <a:gd name="connsiteX15" fmla="*/ 298368 w 920466"/>
                <a:gd name="connsiteY15" fmla="*/ 1579282 h 1625877"/>
                <a:gd name="connsiteX16" fmla="*/ 259483 w 920466"/>
                <a:gd name="connsiteY16" fmla="*/ 1500566 h 1625877"/>
                <a:gd name="connsiteX17" fmla="*/ 228222 w 920466"/>
                <a:gd name="connsiteY17" fmla="*/ 1390834 h 1625877"/>
                <a:gd name="connsiteX18" fmla="*/ 219200 w 920466"/>
                <a:gd name="connsiteY18" fmla="*/ 1292955 h 1625877"/>
                <a:gd name="connsiteX19" fmla="*/ 230832 w 920466"/>
                <a:gd name="connsiteY19" fmla="*/ 1192457 h 1625877"/>
                <a:gd name="connsiteX20" fmla="*/ 247903 w 920466"/>
                <a:gd name="connsiteY20" fmla="*/ 1118153 h 1625877"/>
                <a:gd name="connsiteX21" fmla="*/ 253722 w 920466"/>
                <a:gd name="connsiteY21" fmla="*/ 957413 h 1625877"/>
                <a:gd name="connsiteX22" fmla="*/ 363922 w 920466"/>
                <a:gd name="connsiteY22" fmla="*/ 1311014 h 1625877"/>
                <a:gd name="connsiteX23" fmla="*/ 462872 w 920466"/>
                <a:gd name="connsiteY23" fmla="*/ 1287166 h 1625877"/>
                <a:gd name="connsiteX24" fmla="*/ 360581 w 920466"/>
                <a:gd name="connsiteY24" fmla="*/ 694796 h 1625877"/>
                <a:gd name="connsiteX25" fmla="*/ 538731 w 920466"/>
                <a:gd name="connsiteY25" fmla="*/ 1204522 h 1625877"/>
                <a:gd name="connsiteX26" fmla="*/ 450218 w 920466"/>
                <a:gd name="connsiteY26" fmla="*/ 589336 h 1625877"/>
                <a:gd name="connsiteX27" fmla="*/ 46182 w 920466"/>
                <a:gd name="connsiteY27" fmla="*/ 110838 h 1625877"/>
                <a:gd name="connsiteX28" fmla="*/ 27709 w 920466"/>
                <a:gd name="connsiteY28" fmla="*/ 73892 h 1625877"/>
                <a:gd name="connsiteX29" fmla="*/ 9236 w 920466"/>
                <a:gd name="connsiteY29" fmla="*/ 9238 h 1625877"/>
                <a:gd name="connsiteX30" fmla="*/ 0 w 920466"/>
                <a:gd name="connsiteY30" fmla="*/ 2 h 1625877"/>
                <a:gd name="connsiteX31" fmla="*/ 473991 w 920466"/>
                <a:gd name="connsiteY31" fmla="*/ 191723 h 1625877"/>
                <a:gd name="connsiteX32" fmla="*/ 592278 w 920466"/>
                <a:gd name="connsiteY32" fmla="*/ 166257 h 1625877"/>
                <a:gd name="connsiteX0" fmla="*/ 595260 w 923448"/>
                <a:gd name="connsiteY0" fmla="*/ 166257 h 1625877"/>
                <a:gd name="connsiteX1" fmla="*/ 663331 w 923448"/>
                <a:gd name="connsiteY1" fmla="*/ 304802 h 1625877"/>
                <a:gd name="connsiteX2" fmla="*/ 773171 w 923448"/>
                <a:gd name="connsiteY2" fmla="*/ 471057 h 1625877"/>
                <a:gd name="connsiteX3" fmla="*/ 841607 w 923448"/>
                <a:gd name="connsiteY3" fmla="*/ 535711 h 1625877"/>
                <a:gd name="connsiteX4" fmla="*/ 871425 w 923448"/>
                <a:gd name="connsiteY4" fmla="*/ 581892 h 1625877"/>
                <a:gd name="connsiteX5" fmla="*/ 910182 w 923448"/>
                <a:gd name="connsiteY5" fmla="*/ 834859 h 1625877"/>
                <a:gd name="connsiteX6" fmla="*/ 921825 w 923448"/>
                <a:gd name="connsiteY6" fmla="*/ 960584 h 1625877"/>
                <a:gd name="connsiteX7" fmla="*/ 878594 w 923448"/>
                <a:gd name="connsiteY7" fmla="*/ 1186116 h 1625877"/>
                <a:gd name="connsiteX8" fmla="*/ 888367 w 923448"/>
                <a:gd name="connsiteY8" fmla="*/ 1277928 h 1625877"/>
                <a:gd name="connsiteX9" fmla="*/ 853745 w 923448"/>
                <a:gd name="connsiteY9" fmla="*/ 1397174 h 1625877"/>
                <a:gd name="connsiteX10" fmla="*/ 799171 w 923448"/>
                <a:gd name="connsiteY10" fmla="*/ 1571700 h 1625877"/>
                <a:gd name="connsiteX11" fmla="*/ 747863 w 923448"/>
                <a:gd name="connsiteY11" fmla="*/ 1599823 h 1625877"/>
                <a:gd name="connsiteX12" fmla="*/ 661316 w 923448"/>
                <a:gd name="connsiteY12" fmla="*/ 1623396 h 1625877"/>
                <a:gd name="connsiteX13" fmla="*/ 535345 w 923448"/>
                <a:gd name="connsiteY13" fmla="*/ 1625877 h 1625877"/>
                <a:gd name="connsiteX14" fmla="*/ 403333 w 923448"/>
                <a:gd name="connsiteY14" fmla="*/ 1604234 h 1625877"/>
                <a:gd name="connsiteX15" fmla="*/ 301350 w 923448"/>
                <a:gd name="connsiteY15" fmla="*/ 1579282 h 1625877"/>
                <a:gd name="connsiteX16" fmla="*/ 262465 w 923448"/>
                <a:gd name="connsiteY16" fmla="*/ 1500566 h 1625877"/>
                <a:gd name="connsiteX17" fmla="*/ 231204 w 923448"/>
                <a:gd name="connsiteY17" fmla="*/ 1390834 h 1625877"/>
                <a:gd name="connsiteX18" fmla="*/ 222182 w 923448"/>
                <a:gd name="connsiteY18" fmla="*/ 1292955 h 1625877"/>
                <a:gd name="connsiteX19" fmla="*/ 233814 w 923448"/>
                <a:gd name="connsiteY19" fmla="*/ 1192457 h 1625877"/>
                <a:gd name="connsiteX20" fmla="*/ 250885 w 923448"/>
                <a:gd name="connsiteY20" fmla="*/ 1118153 h 1625877"/>
                <a:gd name="connsiteX21" fmla="*/ 256704 w 923448"/>
                <a:gd name="connsiteY21" fmla="*/ 957413 h 1625877"/>
                <a:gd name="connsiteX22" fmla="*/ 366904 w 923448"/>
                <a:gd name="connsiteY22" fmla="*/ 1311014 h 1625877"/>
                <a:gd name="connsiteX23" fmla="*/ 465854 w 923448"/>
                <a:gd name="connsiteY23" fmla="*/ 1287166 h 1625877"/>
                <a:gd name="connsiteX24" fmla="*/ 363563 w 923448"/>
                <a:gd name="connsiteY24" fmla="*/ 694796 h 1625877"/>
                <a:gd name="connsiteX25" fmla="*/ 541713 w 923448"/>
                <a:gd name="connsiteY25" fmla="*/ 1204522 h 1625877"/>
                <a:gd name="connsiteX26" fmla="*/ 639463 w 923448"/>
                <a:gd name="connsiteY26" fmla="*/ 1198936 h 1625877"/>
                <a:gd name="connsiteX27" fmla="*/ 49164 w 923448"/>
                <a:gd name="connsiteY27" fmla="*/ 110838 h 1625877"/>
                <a:gd name="connsiteX28" fmla="*/ 30691 w 923448"/>
                <a:gd name="connsiteY28" fmla="*/ 73892 h 1625877"/>
                <a:gd name="connsiteX29" fmla="*/ 12218 w 923448"/>
                <a:gd name="connsiteY29" fmla="*/ 9238 h 1625877"/>
                <a:gd name="connsiteX30" fmla="*/ 2982 w 923448"/>
                <a:gd name="connsiteY30" fmla="*/ 2 h 1625877"/>
                <a:gd name="connsiteX31" fmla="*/ 476973 w 923448"/>
                <a:gd name="connsiteY31" fmla="*/ 191723 h 1625877"/>
                <a:gd name="connsiteX32" fmla="*/ 595260 w 923448"/>
                <a:gd name="connsiteY32" fmla="*/ 166257 h 1625877"/>
                <a:gd name="connsiteX0" fmla="*/ 595260 w 923448"/>
                <a:gd name="connsiteY0" fmla="*/ 166257 h 1625877"/>
                <a:gd name="connsiteX1" fmla="*/ 663331 w 923448"/>
                <a:gd name="connsiteY1" fmla="*/ 304802 h 1625877"/>
                <a:gd name="connsiteX2" fmla="*/ 773171 w 923448"/>
                <a:gd name="connsiteY2" fmla="*/ 471057 h 1625877"/>
                <a:gd name="connsiteX3" fmla="*/ 841607 w 923448"/>
                <a:gd name="connsiteY3" fmla="*/ 535711 h 1625877"/>
                <a:gd name="connsiteX4" fmla="*/ 871425 w 923448"/>
                <a:gd name="connsiteY4" fmla="*/ 581892 h 1625877"/>
                <a:gd name="connsiteX5" fmla="*/ 910182 w 923448"/>
                <a:gd name="connsiteY5" fmla="*/ 834859 h 1625877"/>
                <a:gd name="connsiteX6" fmla="*/ 921825 w 923448"/>
                <a:gd name="connsiteY6" fmla="*/ 960584 h 1625877"/>
                <a:gd name="connsiteX7" fmla="*/ 878594 w 923448"/>
                <a:gd name="connsiteY7" fmla="*/ 1186116 h 1625877"/>
                <a:gd name="connsiteX8" fmla="*/ 888367 w 923448"/>
                <a:gd name="connsiteY8" fmla="*/ 1277928 h 1625877"/>
                <a:gd name="connsiteX9" fmla="*/ 853745 w 923448"/>
                <a:gd name="connsiteY9" fmla="*/ 1397174 h 1625877"/>
                <a:gd name="connsiteX10" fmla="*/ 799171 w 923448"/>
                <a:gd name="connsiteY10" fmla="*/ 1571700 h 1625877"/>
                <a:gd name="connsiteX11" fmla="*/ 747863 w 923448"/>
                <a:gd name="connsiteY11" fmla="*/ 1599823 h 1625877"/>
                <a:gd name="connsiteX12" fmla="*/ 661316 w 923448"/>
                <a:gd name="connsiteY12" fmla="*/ 1623396 h 1625877"/>
                <a:gd name="connsiteX13" fmla="*/ 535345 w 923448"/>
                <a:gd name="connsiteY13" fmla="*/ 1625877 h 1625877"/>
                <a:gd name="connsiteX14" fmla="*/ 403333 w 923448"/>
                <a:gd name="connsiteY14" fmla="*/ 1604234 h 1625877"/>
                <a:gd name="connsiteX15" fmla="*/ 301350 w 923448"/>
                <a:gd name="connsiteY15" fmla="*/ 1579282 h 1625877"/>
                <a:gd name="connsiteX16" fmla="*/ 262465 w 923448"/>
                <a:gd name="connsiteY16" fmla="*/ 1500566 h 1625877"/>
                <a:gd name="connsiteX17" fmla="*/ 231204 w 923448"/>
                <a:gd name="connsiteY17" fmla="*/ 1390834 h 1625877"/>
                <a:gd name="connsiteX18" fmla="*/ 222182 w 923448"/>
                <a:gd name="connsiteY18" fmla="*/ 1292955 h 1625877"/>
                <a:gd name="connsiteX19" fmla="*/ 233814 w 923448"/>
                <a:gd name="connsiteY19" fmla="*/ 1192457 h 1625877"/>
                <a:gd name="connsiteX20" fmla="*/ 250885 w 923448"/>
                <a:gd name="connsiteY20" fmla="*/ 1118153 h 1625877"/>
                <a:gd name="connsiteX21" fmla="*/ 256704 w 923448"/>
                <a:gd name="connsiteY21" fmla="*/ 957413 h 1625877"/>
                <a:gd name="connsiteX22" fmla="*/ 366904 w 923448"/>
                <a:gd name="connsiteY22" fmla="*/ 1311014 h 1625877"/>
                <a:gd name="connsiteX23" fmla="*/ 465854 w 923448"/>
                <a:gd name="connsiteY23" fmla="*/ 1287166 h 1625877"/>
                <a:gd name="connsiteX24" fmla="*/ 454832 w 923448"/>
                <a:gd name="connsiteY24" fmla="*/ 1104229 h 1625877"/>
                <a:gd name="connsiteX25" fmla="*/ 541713 w 923448"/>
                <a:gd name="connsiteY25" fmla="*/ 1204522 h 1625877"/>
                <a:gd name="connsiteX26" fmla="*/ 639463 w 923448"/>
                <a:gd name="connsiteY26" fmla="*/ 1198936 h 1625877"/>
                <a:gd name="connsiteX27" fmla="*/ 49164 w 923448"/>
                <a:gd name="connsiteY27" fmla="*/ 110838 h 1625877"/>
                <a:gd name="connsiteX28" fmla="*/ 30691 w 923448"/>
                <a:gd name="connsiteY28" fmla="*/ 73892 h 1625877"/>
                <a:gd name="connsiteX29" fmla="*/ 12218 w 923448"/>
                <a:gd name="connsiteY29" fmla="*/ 9238 h 1625877"/>
                <a:gd name="connsiteX30" fmla="*/ 2982 w 923448"/>
                <a:gd name="connsiteY30" fmla="*/ 2 h 1625877"/>
                <a:gd name="connsiteX31" fmla="*/ 476973 w 923448"/>
                <a:gd name="connsiteY31" fmla="*/ 191723 h 1625877"/>
                <a:gd name="connsiteX32" fmla="*/ 595260 w 923448"/>
                <a:gd name="connsiteY32" fmla="*/ 166257 h 1625877"/>
                <a:gd name="connsiteX0" fmla="*/ 614884 w 943072"/>
                <a:gd name="connsiteY0" fmla="*/ 186787 h 1646407"/>
                <a:gd name="connsiteX1" fmla="*/ 682955 w 943072"/>
                <a:gd name="connsiteY1" fmla="*/ 325332 h 1646407"/>
                <a:gd name="connsiteX2" fmla="*/ 792795 w 943072"/>
                <a:gd name="connsiteY2" fmla="*/ 491587 h 1646407"/>
                <a:gd name="connsiteX3" fmla="*/ 861231 w 943072"/>
                <a:gd name="connsiteY3" fmla="*/ 556241 h 1646407"/>
                <a:gd name="connsiteX4" fmla="*/ 891049 w 943072"/>
                <a:gd name="connsiteY4" fmla="*/ 602422 h 1646407"/>
                <a:gd name="connsiteX5" fmla="*/ 929806 w 943072"/>
                <a:gd name="connsiteY5" fmla="*/ 855389 h 1646407"/>
                <a:gd name="connsiteX6" fmla="*/ 941449 w 943072"/>
                <a:gd name="connsiteY6" fmla="*/ 981114 h 1646407"/>
                <a:gd name="connsiteX7" fmla="*/ 898218 w 943072"/>
                <a:gd name="connsiteY7" fmla="*/ 1206646 h 1646407"/>
                <a:gd name="connsiteX8" fmla="*/ 907991 w 943072"/>
                <a:gd name="connsiteY8" fmla="*/ 1298458 h 1646407"/>
                <a:gd name="connsiteX9" fmla="*/ 873369 w 943072"/>
                <a:gd name="connsiteY9" fmla="*/ 1417704 h 1646407"/>
                <a:gd name="connsiteX10" fmla="*/ 818795 w 943072"/>
                <a:gd name="connsiteY10" fmla="*/ 1592230 h 1646407"/>
                <a:gd name="connsiteX11" fmla="*/ 767487 w 943072"/>
                <a:gd name="connsiteY11" fmla="*/ 1620353 h 1646407"/>
                <a:gd name="connsiteX12" fmla="*/ 680940 w 943072"/>
                <a:gd name="connsiteY12" fmla="*/ 1643926 h 1646407"/>
                <a:gd name="connsiteX13" fmla="*/ 554969 w 943072"/>
                <a:gd name="connsiteY13" fmla="*/ 1646407 h 1646407"/>
                <a:gd name="connsiteX14" fmla="*/ 422957 w 943072"/>
                <a:gd name="connsiteY14" fmla="*/ 1624764 h 1646407"/>
                <a:gd name="connsiteX15" fmla="*/ 320974 w 943072"/>
                <a:gd name="connsiteY15" fmla="*/ 1599812 h 1646407"/>
                <a:gd name="connsiteX16" fmla="*/ 282089 w 943072"/>
                <a:gd name="connsiteY16" fmla="*/ 1521096 h 1646407"/>
                <a:gd name="connsiteX17" fmla="*/ 250828 w 943072"/>
                <a:gd name="connsiteY17" fmla="*/ 1411364 h 1646407"/>
                <a:gd name="connsiteX18" fmla="*/ 241806 w 943072"/>
                <a:gd name="connsiteY18" fmla="*/ 1313485 h 1646407"/>
                <a:gd name="connsiteX19" fmla="*/ 253438 w 943072"/>
                <a:gd name="connsiteY19" fmla="*/ 1212987 h 1646407"/>
                <a:gd name="connsiteX20" fmla="*/ 270509 w 943072"/>
                <a:gd name="connsiteY20" fmla="*/ 1138683 h 1646407"/>
                <a:gd name="connsiteX21" fmla="*/ 276328 w 943072"/>
                <a:gd name="connsiteY21" fmla="*/ 977943 h 1646407"/>
                <a:gd name="connsiteX22" fmla="*/ 386528 w 943072"/>
                <a:gd name="connsiteY22" fmla="*/ 1331544 h 1646407"/>
                <a:gd name="connsiteX23" fmla="*/ 485478 w 943072"/>
                <a:gd name="connsiteY23" fmla="*/ 1307696 h 1646407"/>
                <a:gd name="connsiteX24" fmla="*/ 474456 w 943072"/>
                <a:gd name="connsiteY24" fmla="*/ 1124759 h 1646407"/>
                <a:gd name="connsiteX25" fmla="*/ 561337 w 943072"/>
                <a:gd name="connsiteY25" fmla="*/ 1225052 h 1646407"/>
                <a:gd name="connsiteX26" fmla="*/ 659087 w 943072"/>
                <a:gd name="connsiteY26" fmla="*/ 1219466 h 1646407"/>
                <a:gd name="connsiteX27" fmla="*/ 677867 w 943072"/>
                <a:gd name="connsiteY27" fmla="*/ 1114007 h 1646407"/>
                <a:gd name="connsiteX28" fmla="*/ 50315 w 943072"/>
                <a:gd name="connsiteY28" fmla="*/ 94422 h 1646407"/>
                <a:gd name="connsiteX29" fmla="*/ 31842 w 943072"/>
                <a:gd name="connsiteY29" fmla="*/ 29768 h 1646407"/>
                <a:gd name="connsiteX30" fmla="*/ 22606 w 943072"/>
                <a:gd name="connsiteY30" fmla="*/ 20532 h 1646407"/>
                <a:gd name="connsiteX31" fmla="*/ 496597 w 943072"/>
                <a:gd name="connsiteY31" fmla="*/ 212253 h 1646407"/>
                <a:gd name="connsiteX32" fmla="*/ 614884 w 943072"/>
                <a:gd name="connsiteY32" fmla="*/ 186787 h 1646407"/>
                <a:gd name="connsiteX0" fmla="*/ 592278 w 920466"/>
                <a:gd name="connsiteY0" fmla="*/ 166258 h 1625878"/>
                <a:gd name="connsiteX1" fmla="*/ 660349 w 920466"/>
                <a:gd name="connsiteY1" fmla="*/ 304803 h 1625878"/>
                <a:gd name="connsiteX2" fmla="*/ 770189 w 920466"/>
                <a:gd name="connsiteY2" fmla="*/ 471058 h 1625878"/>
                <a:gd name="connsiteX3" fmla="*/ 838625 w 920466"/>
                <a:gd name="connsiteY3" fmla="*/ 535712 h 1625878"/>
                <a:gd name="connsiteX4" fmla="*/ 868443 w 920466"/>
                <a:gd name="connsiteY4" fmla="*/ 581893 h 1625878"/>
                <a:gd name="connsiteX5" fmla="*/ 907200 w 920466"/>
                <a:gd name="connsiteY5" fmla="*/ 834860 h 1625878"/>
                <a:gd name="connsiteX6" fmla="*/ 918843 w 920466"/>
                <a:gd name="connsiteY6" fmla="*/ 960585 h 1625878"/>
                <a:gd name="connsiteX7" fmla="*/ 875612 w 920466"/>
                <a:gd name="connsiteY7" fmla="*/ 1186117 h 1625878"/>
                <a:gd name="connsiteX8" fmla="*/ 885385 w 920466"/>
                <a:gd name="connsiteY8" fmla="*/ 1277929 h 1625878"/>
                <a:gd name="connsiteX9" fmla="*/ 850763 w 920466"/>
                <a:gd name="connsiteY9" fmla="*/ 1397175 h 1625878"/>
                <a:gd name="connsiteX10" fmla="*/ 796189 w 920466"/>
                <a:gd name="connsiteY10" fmla="*/ 1571701 h 1625878"/>
                <a:gd name="connsiteX11" fmla="*/ 744881 w 920466"/>
                <a:gd name="connsiteY11" fmla="*/ 1599824 h 1625878"/>
                <a:gd name="connsiteX12" fmla="*/ 658334 w 920466"/>
                <a:gd name="connsiteY12" fmla="*/ 1623397 h 1625878"/>
                <a:gd name="connsiteX13" fmla="*/ 532363 w 920466"/>
                <a:gd name="connsiteY13" fmla="*/ 1625878 h 1625878"/>
                <a:gd name="connsiteX14" fmla="*/ 400351 w 920466"/>
                <a:gd name="connsiteY14" fmla="*/ 1604235 h 1625878"/>
                <a:gd name="connsiteX15" fmla="*/ 298368 w 920466"/>
                <a:gd name="connsiteY15" fmla="*/ 1579283 h 1625878"/>
                <a:gd name="connsiteX16" fmla="*/ 259483 w 920466"/>
                <a:gd name="connsiteY16" fmla="*/ 1500567 h 1625878"/>
                <a:gd name="connsiteX17" fmla="*/ 228222 w 920466"/>
                <a:gd name="connsiteY17" fmla="*/ 1390835 h 1625878"/>
                <a:gd name="connsiteX18" fmla="*/ 219200 w 920466"/>
                <a:gd name="connsiteY18" fmla="*/ 1292956 h 1625878"/>
                <a:gd name="connsiteX19" fmla="*/ 230832 w 920466"/>
                <a:gd name="connsiteY19" fmla="*/ 1192458 h 1625878"/>
                <a:gd name="connsiteX20" fmla="*/ 247903 w 920466"/>
                <a:gd name="connsiteY20" fmla="*/ 1118154 h 1625878"/>
                <a:gd name="connsiteX21" fmla="*/ 253722 w 920466"/>
                <a:gd name="connsiteY21" fmla="*/ 957414 h 1625878"/>
                <a:gd name="connsiteX22" fmla="*/ 363922 w 920466"/>
                <a:gd name="connsiteY22" fmla="*/ 1311015 h 1625878"/>
                <a:gd name="connsiteX23" fmla="*/ 462872 w 920466"/>
                <a:gd name="connsiteY23" fmla="*/ 1287167 h 1625878"/>
                <a:gd name="connsiteX24" fmla="*/ 451850 w 920466"/>
                <a:gd name="connsiteY24" fmla="*/ 1104230 h 1625878"/>
                <a:gd name="connsiteX25" fmla="*/ 538731 w 920466"/>
                <a:gd name="connsiteY25" fmla="*/ 1204523 h 1625878"/>
                <a:gd name="connsiteX26" fmla="*/ 636481 w 920466"/>
                <a:gd name="connsiteY26" fmla="*/ 1198937 h 1625878"/>
                <a:gd name="connsiteX27" fmla="*/ 655261 w 920466"/>
                <a:gd name="connsiteY27" fmla="*/ 1093478 h 1625878"/>
                <a:gd name="connsiteX28" fmla="*/ 603261 w 920466"/>
                <a:gd name="connsiteY28" fmla="*/ 997392 h 1625878"/>
                <a:gd name="connsiteX29" fmla="*/ 9236 w 920466"/>
                <a:gd name="connsiteY29" fmla="*/ 9239 h 1625878"/>
                <a:gd name="connsiteX30" fmla="*/ 0 w 920466"/>
                <a:gd name="connsiteY30" fmla="*/ 3 h 1625878"/>
                <a:gd name="connsiteX31" fmla="*/ 473991 w 920466"/>
                <a:gd name="connsiteY31" fmla="*/ 191724 h 1625878"/>
                <a:gd name="connsiteX32" fmla="*/ 592278 w 920466"/>
                <a:gd name="connsiteY32" fmla="*/ 166258 h 1625878"/>
                <a:gd name="connsiteX0" fmla="*/ 592278 w 920466"/>
                <a:gd name="connsiteY0" fmla="*/ 166258 h 1625878"/>
                <a:gd name="connsiteX1" fmla="*/ 660349 w 920466"/>
                <a:gd name="connsiteY1" fmla="*/ 304803 h 1625878"/>
                <a:gd name="connsiteX2" fmla="*/ 770189 w 920466"/>
                <a:gd name="connsiteY2" fmla="*/ 471058 h 1625878"/>
                <a:gd name="connsiteX3" fmla="*/ 838625 w 920466"/>
                <a:gd name="connsiteY3" fmla="*/ 535712 h 1625878"/>
                <a:gd name="connsiteX4" fmla="*/ 868443 w 920466"/>
                <a:gd name="connsiteY4" fmla="*/ 581893 h 1625878"/>
                <a:gd name="connsiteX5" fmla="*/ 907200 w 920466"/>
                <a:gd name="connsiteY5" fmla="*/ 834860 h 1625878"/>
                <a:gd name="connsiteX6" fmla="*/ 918843 w 920466"/>
                <a:gd name="connsiteY6" fmla="*/ 960585 h 1625878"/>
                <a:gd name="connsiteX7" fmla="*/ 875612 w 920466"/>
                <a:gd name="connsiteY7" fmla="*/ 1186117 h 1625878"/>
                <a:gd name="connsiteX8" fmla="*/ 885385 w 920466"/>
                <a:gd name="connsiteY8" fmla="*/ 1277929 h 1625878"/>
                <a:gd name="connsiteX9" fmla="*/ 850763 w 920466"/>
                <a:gd name="connsiteY9" fmla="*/ 1397175 h 1625878"/>
                <a:gd name="connsiteX10" fmla="*/ 796189 w 920466"/>
                <a:gd name="connsiteY10" fmla="*/ 1571701 h 1625878"/>
                <a:gd name="connsiteX11" fmla="*/ 744881 w 920466"/>
                <a:gd name="connsiteY11" fmla="*/ 1599824 h 1625878"/>
                <a:gd name="connsiteX12" fmla="*/ 658334 w 920466"/>
                <a:gd name="connsiteY12" fmla="*/ 1623397 h 1625878"/>
                <a:gd name="connsiteX13" fmla="*/ 532363 w 920466"/>
                <a:gd name="connsiteY13" fmla="*/ 1625878 h 1625878"/>
                <a:gd name="connsiteX14" fmla="*/ 400351 w 920466"/>
                <a:gd name="connsiteY14" fmla="*/ 1604235 h 1625878"/>
                <a:gd name="connsiteX15" fmla="*/ 298368 w 920466"/>
                <a:gd name="connsiteY15" fmla="*/ 1579283 h 1625878"/>
                <a:gd name="connsiteX16" fmla="*/ 259483 w 920466"/>
                <a:gd name="connsiteY16" fmla="*/ 1500567 h 1625878"/>
                <a:gd name="connsiteX17" fmla="*/ 228222 w 920466"/>
                <a:gd name="connsiteY17" fmla="*/ 1390835 h 1625878"/>
                <a:gd name="connsiteX18" fmla="*/ 219200 w 920466"/>
                <a:gd name="connsiteY18" fmla="*/ 1292956 h 1625878"/>
                <a:gd name="connsiteX19" fmla="*/ 230832 w 920466"/>
                <a:gd name="connsiteY19" fmla="*/ 1192458 h 1625878"/>
                <a:gd name="connsiteX20" fmla="*/ 247903 w 920466"/>
                <a:gd name="connsiteY20" fmla="*/ 1118154 h 1625878"/>
                <a:gd name="connsiteX21" fmla="*/ 253722 w 920466"/>
                <a:gd name="connsiteY21" fmla="*/ 957414 h 1625878"/>
                <a:gd name="connsiteX22" fmla="*/ 363922 w 920466"/>
                <a:gd name="connsiteY22" fmla="*/ 1311015 h 1625878"/>
                <a:gd name="connsiteX23" fmla="*/ 462872 w 920466"/>
                <a:gd name="connsiteY23" fmla="*/ 1287167 h 1625878"/>
                <a:gd name="connsiteX24" fmla="*/ 451850 w 920466"/>
                <a:gd name="connsiteY24" fmla="*/ 1104230 h 1625878"/>
                <a:gd name="connsiteX25" fmla="*/ 538731 w 920466"/>
                <a:gd name="connsiteY25" fmla="*/ 1204523 h 1625878"/>
                <a:gd name="connsiteX26" fmla="*/ 636481 w 920466"/>
                <a:gd name="connsiteY26" fmla="*/ 1198937 h 1625878"/>
                <a:gd name="connsiteX27" fmla="*/ 655261 w 920466"/>
                <a:gd name="connsiteY27" fmla="*/ 1093478 h 1625878"/>
                <a:gd name="connsiteX28" fmla="*/ 603261 w 920466"/>
                <a:gd name="connsiteY28" fmla="*/ 997392 h 1625878"/>
                <a:gd name="connsiteX29" fmla="*/ 530772 w 920466"/>
                <a:gd name="connsiteY29" fmla="*/ 887245 h 1625878"/>
                <a:gd name="connsiteX30" fmla="*/ 0 w 920466"/>
                <a:gd name="connsiteY30" fmla="*/ 3 h 1625878"/>
                <a:gd name="connsiteX31" fmla="*/ 473991 w 920466"/>
                <a:gd name="connsiteY31" fmla="*/ 191724 h 1625878"/>
                <a:gd name="connsiteX32" fmla="*/ 592278 w 920466"/>
                <a:gd name="connsiteY32" fmla="*/ 166258 h 1625878"/>
                <a:gd name="connsiteX0" fmla="*/ 373123 w 701311"/>
                <a:gd name="connsiteY0" fmla="*/ 32776 h 1492396"/>
                <a:gd name="connsiteX1" fmla="*/ 441194 w 701311"/>
                <a:gd name="connsiteY1" fmla="*/ 171321 h 1492396"/>
                <a:gd name="connsiteX2" fmla="*/ 551034 w 701311"/>
                <a:gd name="connsiteY2" fmla="*/ 337576 h 1492396"/>
                <a:gd name="connsiteX3" fmla="*/ 619470 w 701311"/>
                <a:gd name="connsiteY3" fmla="*/ 402230 h 1492396"/>
                <a:gd name="connsiteX4" fmla="*/ 649288 w 701311"/>
                <a:gd name="connsiteY4" fmla="*/ 448411 h 1492396"/>
                <a:gd name="connsiteX5" fmla="*/ 688045 w 701311"/>
                <a:gd name="connsiteY5" fmla="*/ 701378 h 1492396"/>
                <a:gd name="connsiteX6" fmla="*/ 699688 w 701311"/>
                <a:gd name="connsiteY6" fmla="*/ 827103 h 1492396"/>
                <a:gd name="connsiteX7" fmla="*/ 656457 w 701311"/>
                <a:gd name="connsiteY7" fmla="*/ 1052635 h 1492396"/>
                <a:gd name="connsiteX8" fmla="*/ 666230 w 701311"/>
                <a:gd name="connsiteY8" fmla="*/ 1144447 h 1492396"/>
                <a:gd name="connsiteX9" fmla="*/ 631608 w 701311"/>
                <a:gd name="connsiteY9" fmla="*/ 1263693 h 1492396"/>
                <a:gd name="connsiteX10" fmla="*/ 577034 w 701311"/>
                <a:gd name="connsiteY10" fmla="*/ 1438219 h 1492396"/>
                <a:gd name="connsiteX11" fmla="*/ 525726 w 701311"/>
                <a:gd name="connsiteY11" fmla="*/ 1466342 h 1492396"/>
                <a:gd name="connsiteX12" fmla="*/ 439179 w 701311"/>
                <a:gd name="connsiteY12" fmla="*/ 1489915 h 1492396"/>
                <a:gd name="connsiteX13" fmla="*/ 313208 w 701311"/>
                <a:gd name="connsiteY13" fmla="*/ 1492396 h 1492396"/>
                <a:gd name="connsiteX14" fmla="*/ 181196 w 701311"/>
                <a:gd name="connsiteY14" fmla="*/ 1470753 h 1492396"/>
                <a:gd name="connsiteX15" fmla="*/ 79213 w 701311"/>
                <a:gd name="connsiteY15" fmla="*/ 1445801 h 1492396"/>
                <a:gd name="connsiteX16" fmla="*/ 40328 w 701311"/>
                <a:gd name="connsiteY16" fmla="*/ 1367085 h 1492396"/>
                <a:gd name="connsiteX17" fmla="*/ 9067 w 701311"/>
                <a:gd name="connsiteY17" fmla="*/ 1257353 h 1492396"/>
                <a:gd name="connsiteX18" fmla="*/ 45 w 701311"/>
                <a:gd name="connsiteY18" fmla="*/ 1159474 h 1492396"/>
                <a:gd name="connsiteX19" fmla="*/ 11677 w 701311"/>
                <a:gd name="connsiteY19" fmla="*/ 1058976 h 1492396"/>
                <a:gd name="connsiteX20" fmla="*/ 28748 w 701311"/>
                <a:gd name="connsiteY20" fmla="*/ 984672 h 1492396"/>
                <a:gd name="connsiteX21" fmla="*/ 34567 w 701311"/>
                <a:gd name="connsiteY21" fmla="*/ 823932 h 1492396"/>
                <a:gd name="connsiteX22" fmla="*/ 144767 w 701311"/>
                <a:gd name="connsiteY22" fmla="*/ 1177533 h 1492396"/>
                <a:gd name="connsiteX23" fmla="*/ 243717 w 701311"/>
                <a:gd name="connsiteY23" fmla="*/ 1153685 h 1492396"/>
                <a:gd name="connsiteX24" fmla="*/ 232695 w 701311"/>
                <a:gd name="connsiteY24" fmla="*/ 970748 h 1492396"/>
                <a:gd name="connsiteX25" fmla="*/ 319576 w 701311"/>
                <a:gd name="connsiteY25" fmla="*/ 1071041 h 1492396"/>
                <a:gd name="connsiteX26" fmla="*/ 417326 w 701311"/>
                <a:gd name="connsiteY26" fmla="*/ 1065455 h 1492396"/>
                <a:gd name="connsiteX27" fmla="*/ 436106 w 701311"/>
                <a:gd name="connsiteY27" fmla="*/ 959996 h 1492396"/>
                <a:gd name="connsiteX28" fmla="*/ 384106 w 701311"/>
                <a:gd name="connsiteY28" fmla="*/ 863910 h 1492396"/>
                <a:gd name="connsiteX29" fmla="*/ 311617 w 701311"/>
                <a:gd name="connsiteY29" fmla="*/ 753763 h 1492396"/>
                <a:gd name="connsiteX30" fmla="*/ 259540 w 701311"/>
                <a:gd name="connsiteY30" fmla="*/ 708133 h 1492396"/>
                <a:gd name="connsiteX31" fmla="*/ 254836 w 701311"/>
                <a:gd name="connsiteY31" fmla="*/ 58242 h 1492396"/>
                <a:gd name="connsiteX32" fmla="*/ 373123 w 701311"/>
                <a:gd name="connsiteY32" fmla="*/ 32776 h 1492396"/>
                <a:gd name="connsiteX0" fmla="*/ 373123 w 701311"/>
                <a:gd name="connsiteY0" fmla="*/ 13587 h 1473207"/>
                <a:gd name="connsiteX1" fmla="*/ 441194 w 701311"/>
                <a:gd name="connsiteY1" fmla="*/ 152132 h 1473207"/>
                <a:gd name="connsiteX2" fmla="*/ 551034 w 701311"/>
                <a:gd name="connsiteY2" fmla="*/ 318387 h 1473207"/>
                <a:gd name="connsiteX3" fmla="*/ 619470 w 701311"/>
                <a:gd name="connsiteY3" fmla="*/ 383041 h 1473207"/>
                <a:gd name="connsiteX4" fmla="*/ 649288 w 701311"/>
                <a:gd name="connsiteY4" fmla="*/ 429222 h 1473207"/>
                <a:gd name="connsiteX5" fmla="*/ 688045 w 701311"/>
                <a:gd name="connsiteY5" fmla="*/ 682189 h 1473207"/>
                <a:gd name="connsiteX6" fmla="*/ 699688 w 701311"/>
                <a:gd name="connsiteY6" fmla="*/ 807914 h 1473207"/>
                <a:gd name="connsiteX7" fmla="*/ 656457 w 701311"/>
                <a:gd name="connsiteY7" fmla="*/ 1033446 h 1473207"/>
                <a:gd name="connsiteX8" fmla="*/ 666230 w 701311"/>
                <a:gd name="connsiteY8" fmla="*/ 1125258 h 1473207"/>
                <a:gd name="connsiteX9" fmla="*/ 631608 w 701311"/>
                <a:gd name="connsiteY9" fmla="*/ 1244504 h 1473207"/>
                <a:gd name="connsiteX10" fmla="*/ 577034 w 701311"/>
                <a:gd name="connsiteY10" fmla="*/ 1419030 h 1473207"/>
                <a:gd name="connsiteX11" fmla="*/ 525726 w 701311"/>
                <a:gd name="connsiteY11" fmla="*/ 1447153 h 1473207"/>
                <a:gd name="connsiteX12" fmla="*/ 439179 w 701311"/>
                <a:gd name="connsiteY12" fmla="*/ 1470726 h 1473207"/>
                <a:gd name="connsiteX13" fmla="*/ 313208 w 701311"/>
                <a:gd name="connsiteY13" fmla="*/ 1473207 h 1473207"/>
                <a:gd name="connsiteX14" fmla="*/ 181196 w 701311"/>
                <a:gd name="connsiteY14" fmla="*/ 1451564 h 1473207"/>
                <a:gd name="connsiteX15" fmla="*/ 79213 w 701311"/>
                <a:gd name="connsiteY15" fmla="*/ 1426612 h 1473207"/>
                <a:gd name="connsiteX16" fmla="*/ 40328 w 701311"/>
                <a:gd name="connsiteY16" fmla="*/ 1347896 h 1473207"/>
                <a:gd name="connsiteX17" fmla="*/ 9067 w 701311"/>
                <a:gd name="connsiteY17" fmla="*/ 1238164 h 1473207"/>
                <a:gd name="connsiteX18" fmla="*/ 45 w 701311"/>
                <a:gd name="connsiteY18" fmla="*/ 1140285 h 1473207"/>
                <a:gd name="connsiteX19" fmla="*/ 11677 w 701311"/>
                <a:gd name="connsiteY19" fmla="*/ 1039787 h 1473207"/>
                <a:gd name="connsiteX20" fmla="*/ 28748 w 701311"/>
                <a:gd name="connsiteY20" fmla="*/ 965483 h 1473207"/>
                <a:gd name="connsiteX21" fmla="*/ 34567 w 701311"/>
                <a:gd name="connsiteY21" fmla="*/ 804743 h 1473207"/>
                <a:gd name="connsiteX22" fmla="*/ 144767 w 701311"/>
                <a:gd name="connsiteY22" fmla="*/ 1158344 h 1473207"/>
                <a:gd name="connsiteX23" fmla="*/ 243717 w 701311"/>
                <a:gd name="connsiteY23" fmla="*/ 1134496 h 1473207"/>
                <a:gd name="connsiteX24" fmla="*/ 232695 w 701311"/>
                <a:gd name="connsiteY24" fmla="*/ 951559 h 1473207"/>
                <a:gd name="connsiteX25" fmla="*/ 319576 w 701311"/>
                <a:gd name="connsiteY25" fmla="*/ 1051852 h 1473207"/>
                <a:gd name="connsiteX26" fmla="*/ 417326 w 701311"/>
                <a:gd name="connsiteY26" fmla="*/ 1046266 h 1473207"/>
                <a:gd name="connsiteX27" fmla="*/ 436106 w 701311"/>
                <a:gd name="connsiteY27" fmla="*/ 940807 h 1473207"/>
                <a:gd name="connsiteX28" fmla="*/ 384106 w 701311"/>
                <a:gd name="connsiteY28" fmla="*/ 844721 h 1473207"/>
                <a:gd name="connsiteX29" fmla="*/ 311617 w 701311"/>
                <a:gd name="connsiteY29" fmla="*/ 734574 h 1473207"/>
                <a:gd name="connsiteX30" fmla="*/ 259540 w 701311"/>
                <a:gd name="connsiteY30" fmla="*/ 688944 h 1473207"/>
                <a:gd name="connsiteX31" fmla="*/ 398258 w 701311"/>
                <a:gd name="connsiteY31" fmla="*/ 544020 h 1473207"/>
                <a:gd name="connsiteX32" fmla="*/ 373123 w 701311"/>
                <a:gd name="connsiteY32" fmla="*/ 13587 h 1473207"/>
                <a:gd name="connsiteX0" fmla="*/ 373123 w 701311"/>
                <a:gd name="connsiteY0" fmla="*/ 13587 h 1473207"/>
                <a:gd name="connsiteX1" fmla="*/ 441194 w 701311"/>
                <a:gd name="connsiteY1" fmla="*/ 152132 h 1473207"/>
                <a:gd name="connsiteX2" fmla="*/ 551034 w 701311"/>
                <a:gd name="connsiteY2" fmla="*/ 318387 h 1473207"/>
                <a:gd name="connsiteX3" fmla="*/ 619470 w 701311"/>
                <a:gd name="connsiteY3" fmla="*/ 383041 h 1473207"/>
                <a:gd name="connsiteX4" fmla="*/ 649288 w 701311"/>
                <a:gd name="connsiteY4" fmla="*/ 429222 h 1473207"/>
                <a:gd name="connsiteX5" fmla="*/ 688045 w 701311"/>
                <a:gd name="connsiteY5" fmla="*/ 682189 h 1473207"/>
                <a:gd name="connsiteX6" fmla="*/ 699688 w 701311"/>
                <a:gd name="connsiteY6" fmla="*/ 807914 h 1473207"/>
                <a:gd name="connsiteX7" fmla="*/ 656457 w 701311"/>
                <a:gd name="connsiteY7" fmla="*/ 1033446 h 1473207"/>
                <a:gd name="connsiteX8" fmla="*/ 666230 w 701311"/>
                <a:gd name="connsiteY8" fmla="*/ 1125258 h 1473207"/>
                <a:gd name="connsiteX9" fmla="*/ 631608 w 701311"/>
                <a:gd name="connsiteY9" fmla="*/ 1244504 h 1473207"/>
                <a:gd name="connsiteX10" fmla="*/ 577034 w 701311"/>
                <a:gd name="connsiteY10" fmla="*/ 1419030 h 1473207"/>
                <a:gd name="connsiteX11" fmla="*/ 525726 w 701311"/>
                <a:gd name="connsiteY11" fmla="*/ 1447153 h 1473207"/>
                <a:gd name="connsiteX12" fmla="*/ 439179 w 701311"/>
                <a:gd name="connsiteY12" fmla="*/ 1470726 h 1473207"/>
                <a:gd name="connsiteX13" fmla="*/ 313208 w 701311"/>
                <a:gd name="connsiteY13" fmla="*/ 1473207 h 1473207"/>
                <a:gd name="connsiteX14" fmla="*/ 181196 w 701311"/>
                <a:gd name="connsiteY14" fmla="*/ 1451564 h 1473207"/>
                <a:gd name="connsiteX15" fmla="*/ 79213 w 701311"/>
                <a:gd name="connsiteY15" fmla="*/ 1426612 h 1473207"/>
                <a:gd name="connsiteX16" fmla="*/ 40328 w 701311"/>
                <a:gd name="connsiteY16" fmla="*/ 1347896 h 1473207"/>
                <a:gd name="connsiteX17" fmla="*/ 9067 w 701311"/>
                <a:gd name="connsiteY17" fmla="*/ 1238164 h 1473207"/>
                <a:gd name="connsiteX18" fmla="*/ 45 w 701311"/>
                <a:gd name="connsiteY18" fmla="*/ 1140285 h 1473207"/>
                <a:gd name="connsiteX19" fmla="*/ 11677 w 701311"/>
                <a:gd name="connsiteY19" fmla="*/ 1039787 h 1473207"/>
                <a:gd name="connsiteX20" fmla="*/ 28748 w 701311"/>
                <a:gd name="connsiteY20" fmla="*/ 965483 h 1473207"/>
                <a:gd name="connsiteX21" fmla="*/ 66232 w 701311"/>
                <a:gd name="connsiteY21" fmla="*/ 932122 h 1473207"/>
                <a:gd name="connsiteX22" fmla="*/ 144767 w 701311"/>
                <a:gd name="connsiteY22" fmla="*/ 1158344 h 1473207"/>
                <a:gd name="connsiteX23" fmla="*/ 243717 w 701311"/>
                <a:gd name="connsiteY23" fmla="*/ 1134496 h 1473207"/>
                <a:gd name="connsiteX24" fmla="*/ 232695 w 701311"/>
                <a:gd name="connsiteY24" fmla="*/ 951559 h 1473207"/>
                <a:gd name="connsiteX25" fmla="*/ 319576 w 701311"/>
                <a:gd name="connsiteY25" fmla="*/ 1051852 h 1473207"/>
                <a:gd name="connsiteX26" fmla="*/ 417326 w 701311"/>
                <a:gd name="connsiteY26" fmla="*/ 1046266 h 1473207"/>
                <a:gd name="connsiteX27" fmla="*/ 436106 w 701311"/>
                <a:gd name="connsiteY27" fmla="*/ 940807 h 1473207"/>
                <a:gd name="connsiteX28" fmla="*/ 384106 w 701311"/>
                <a:gd name="connsiteY28" fmla="*/ 844721 h 1473207"/>
                <a:gd name="connsiteX29" fmla="*/ 311617 w 701311"/>
                <a:gd name="connsiteY29" fmla="*/ 734574 h 1473207"/>
                <a:gd name="connsiteX30" fmla="*/ 259540 w 701311"/>
                <a:gd name="connsiteY30" fmla="*/ 688944 h 1473207"/>
                <a:gd name="connsiteX31" fmla="*/ 398258 w 701311"/>
                <a:gd name="connsiteY31" fmla="*/ 544020 h 1473207"/>
                <a:gd name="connsiteX32" fmla="*/ 373123 w 701311"/>
                <a:gd name="connsiteY32" fmla="*/ 13587 h 1473207"/>
                <a:gd name="connsiteX0" fmla="*/ 373113 w 701301"/>
                <a:gd name="connsiteY0" fmla="*/ 13587 h 1473207"/>
                <a:gd name="connsiteX1" fmla="*/ 441184 w 701301"/>
                <a:gd name="connsiteY1" fmla="*/ 152132 h 1473207"/>
                <a:gd name="connsiteX2" fmla="*/ 551024 w 701301"/>
                <a:gd name="connsiteY2" fmla="*/ 318387 h 1473207"/>
                <a:gd name="connsiteX3" fmla="*/ 619460 w 701301"/>
                <a:gd name="connsiteY3" fmla="*/ 383041 h 1473207"/>
                <a:gd name="connsiteX4" fmla="*/ 649278 w 701301"/>
                <a:gd name="connsiteY4" fmla="*/ 429222 h 1473207"/>
                <a:gd name="connsiteX5" fmla="*/ 688035 w 701301"/>
                <a:gd name="connsiteY5" fmla="*/ 682189 h 1473207"/>
                <a:gd name="connsiteX6" fmla="*/ 699678 w 701301"/>
                <a:gd name="connsiteY6" fmla="*/ 807914 h 1473207"/>
                <a:gd name="connsiteX7" fmla="*/ 656447 w 701301"/>
                <a:gd name="connsiteY7" fmla="*/ 1033446 h 1473207"/>
                <a:gd name="connsiteX8" fmla="*/ 666220 w 701301"/>
                <a:gd name="connsiteY8" fmla="*/ 1125258 h 1473207"/>
                <a:gd name="connsiteX9" fmla="*/ 631598 w 701301"/>
                <a:gd name="connsiteY9" fmla="*/ 1244504 h 1473207"/>
                <a:gd name="connsiteX10" fmla="*/ 577024 w 701301"/>
                <a:gd name="connsiteY10" fmla="*/ 1419030 h 1473207"/>
                <a:gd name="connsiteX11" fmla="*/ 525716 w 701301"/>
                <a:gd name="connsiteY11" fmla="*/ 1447153 h 1473207"/>
                <a:gd name="connsiteX12" fmla="*/ 439169 w 701301"/>
                <a:gd name="connsiteY12" fmla="*/ 1470726 h 1473207"/>
                <a:gd name="connsiteX13" fmla="*/ 313198 w 701301"/>
                <a:gd name="connsiteY13" fmla="*/ 1473207 h 1473207"/>
                <a:gd name="connsiteX14" fmla="*/ 181186 w 701301"/>
                <a:gd name="connsiteY14" fmla="*/ 1451564 h 1473207"/>
                <a:gd name="connsiteX15" fmla="*/ 79203 w 701301"/>
                <a:gd name="connsiteY15" fmla="*/ 1426612 h 1473207"/>
                <a:gd name="connsiteX16" fmla="*/ 34730 w 701301"/>
                <a:gd name="connsiteY16" fmla="*/ 1370642 h 1473207"/>
                <a:gd name="connsiteX17" fmla="*/ 9057 w 701301"/>
                <a:gd name="connsiteY17" fmla="*/ 1238164 h 1473207"/>
                <a:gd name="connsiteX18" fmla="*/ 35 w 701301"/>
                <a:gd name="connsiteY18" fmla="*/ 1140285 h 1473207"/>
                <a:gd name="connsiteX19" fmla="*/ 11667 w 701301"/>
                <a:gd name="connsiteY19" fmla="*/ 1039787 h 1473207"/>
                <a:gd name="connsiteX20" fmla="*/ 28738 w 701301"/>
                <a:gd name="connsiteY20" fmla="*/ 965483 h 1473207"/>
                <a:gd name="connsiteX21" fmla="*/ 66222 w 701301"/>
                <a:gd name="connsiteY21" fmla="*/ 932122 h 1473207"/>
                <a:gd name="connsiteX22" fmla="*/ 144757 w 701301"/>
                <a:gd name="connsiteY22" fmla="*/ 1158344 h 1473207"/>
                <a:gd name="connsiteX23" fmla="*/ 243707 w 701301"/>
                <a:gd name="connsiteY23" fmla="*/ 1134496 h 1473207"/>
                <a:gd name="connsiteX24" fmla="*/ 232685 w 701301"/>
                <a:gd name="connsiteY24" fmla="*/ 951559 h 1473207"/>
                <a:gd name="connsiteX25" fmla="*/ 319566 w 701301"/>
                <a:gd name="connsiteY25" fmla="*/ 1051852 h 1473207"/>
                <a:gd name="connsiteX26" fmla="*/ 417316 w 701301"/>
                <a:gd name="connsiteY26" fmla="*/ 1046266 h 1473207"/>
                <a:gd name="connsiteX27" fmla="*/ 436096 w 701301"/>
                <a:gd name="connsiteY27" fmla="*/ 940807 h 1473207"/>
                <a:gd name="connsiteX28" fmla="*/ 384096 w 701301"/>
                <a:gd name="connsiteY28" fmla="*/ 844721 h 1473207"/>
                <a:gd name="connsiteX29" fmla="*/ 311607 w 701301"/>
                <a:gd name="connsiteY29" fmla="*/ 734574 h 1473207"/>
                <a:gd name="connsiteX30" fmla="*/ 259530 w 701301"/>
                <a:gd name="connsiteY30" fmla="*/ 688944 h 1473207"/>
                <a:gd name="connsiteX31" fmla="*/ 398248 w 701301"/>
                <a:gd name="connsiteY31" fmla="*/ 544020 h 1473207"/>
                <a:gd name="connsiteX32" fmla="*/ 373113 w 701301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8209 w 703288"/>
                <a:gd name="connsiteY21" fmla="*/ 932122 h 1473207"/>
                <a:gd name="connsiteX22" fmla="*/ 146744 w 703288"/>
                <a:gd name="connsiteY22" fmla="*/ 1158344 h 1473207"/>
                <a:gd name="connsiteX23" fmla="*/ 245694 w 703288"/>
                <a:gd name="connsiteY23" fmla="*/ 1134496 h 1473207"/>
                <a:gd name="connsiteX24" fmla="*/ 234672 w 703288"/>
                <a:gd name="connsiteY24" fmla="*/ 951559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6346 w 703288"/>
                <a:gd name="connsiteY21" fmla="*/ 913925 h 1473207"/>
                <a:gd name="connsiteX22" fmla="*/ 146744 w 703288"/>
                <a:gd name="connsiteY22" fmla="*/ 1158344 h 1473207"/>
                <a:gd name="connsiteX23" fmla="*/ 245694 w 703288"/>
                <a:gd name="connsiteY23" fmla="*/ 1134496 h 1473207"/>
                <a:gd name="connsiteX24" fmla="*/ 234672 w 703288"/>
                <a:gd name="connsiteY24" fmla="*/ 951559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6346 w 703288"/>
                <a:gd name="connsiteY21" fmla="*/ 913925 h 1473207"/>
                <a:gd name="connsiteX22" fmla="*/ 102041 w 703288"/>
                <a:gd name="connsiteY22" fmla="*/ 880839 h 1473207"/>
                <a:gd name="connsiteX23" fmla="*/ 245694 w 703288"/>
                <a:gd name="connsiteY23" fmla="*/ 1134496 h 1473207"/>
                <a:gd name="connsiteX24" fmla="*/ 234672 w 703288"/>
                <a:gd name="connsiteY24" fmla="*/ 951559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102041 w 703288"/>
                <a:gd name="connsiteY22" fmla="*/ 880839 h 1473207"/>
                <a:gd name="connsiteX23" fmla="*/ 245694 w 703288"/>
                <a:gd name="connsiteY23" fmla="*/ 1134496 h 1473207"/>
                <a:gd name="connsiteX24" fmla="*/ 234672 w 703288"/>
                <a:gd name="connsiteY24" fmla="*/ 951559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245694 w 703288"/>
                <a:gd name="connsiteY23" fmla="*/ 1134496 h 1473207"/>
                <a:gd name="connsiteX24" fmla="*/ 234672 w 703288"/>
                <a:gd name="connsiteY24" fmla="*/ 951559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20898 w 703288"/>
                <a:gd name="connsiteY23" fmla="*/ 875189 h 1473207"/>
                <a:gd name="connsiteX24" fmla="*/ 234672 w 703288"/>
                <a:gd name="connsiteY24" fmla="*/ 951559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20898 w 703288"/>
                <a:gd name="connsiteY23" fmla="*/ 875189 h 1473207"/>
                <a:gd name="connsiteX24" fmla="*/ 152716 w 703288"/>
                <a:gd name="connsiteY24" fmla="*/ 837827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52716 w 703288"/>
                <a:gd name="connsiteY24" fmla="*/ 837827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321553 w 703288"/>
                <a:gd name="connsiteY25" fmla="*/ 1051852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46466 w 703288"/>
                <a:gd name="connsiteY25" fmla="*/ 765249 h 1473207"/>
                <a:gd name="connsiteX26" fmla="*/ 419303 w 703288"/>
                <a:gd name="connsiteY26" fmla="*/ 1046266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46466 w 703288"/>
                <a:gd name="connsiteY25" fmla="*/ 765249 h 1473207"/>
                <a:gd name="connsiteX26" fmla="*/ 151085 w 703288"/>
                <a:gd name="connsiteY26" fmla="*/ 686875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438083 w 703288"/>
                <a:gd name="connsiteY27" fmla="*/ 940807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386083 w 703288"/>
                <a:gd name="connsiteY28" fmla="*/ 844721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184919 w 703288"/>
                <a:gd name="connsiteY28" fmla="*/ 608160 h 1473207"/>
                <a:gd name="connsiteX29" fmla="*/ 313594 w 703288"/>
                <a:gd name="connsiteY29" fmla="*/ 734574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184919 w 703288"/>
                <a:gd name="connsiteY28" fmla="*/ 608160 h 1473207"/>
                <a:gd name="connsiteX29" fmla="*/ 259578 w 703288"/>
                <a:gd name="connsiteY29" fmla="*/ 516210 h 1473207"/>
                <a:gd name="connsiteX30" fmla="*/ 261517 w 703288"/>
                <a:gd name="connsiteY30" fmla="*/ 68894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184919 w 703288"/>
                <a:gd name="connsiteY28" fmla="*/ 608160 h 1473207"/>
                <a:gd name="connsiteX29" fmla="*/ 259578 w 703288"/>
                <a:gd name="connsiteY29" fmla="*/ 516210 h 1473207"/>
                <a:gd name="connsiteX30" fmla="*/ 298769 w 703288"/>
                <a:gd name="connsiteY30" fmla="*/ 50697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184919 w 703288"/>
                <a:gd name="connsiteY28" fmla="*/ 608160 h 1473207"/>
                <a:gd name="connsiteX29" fmla="*/ 216737 w 703288"/>
                <a:gd name="connsiteY29" fmla="*/ 552604 h 1473207"/>
                <a:gd name="connsiteX30" fmla="*/ 298769 w 703288"/>
                <a:gd name="connsiteY30" fmla="*/ 506974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184919 w 703288"/>
                <a:gd name="connsiteY28" fmla="*/ 608160 h 1473207"/>
                <a:gd name="connsiteX29" fmla="*/ 216737 w 703288"/>
                <a:gd name="connsiteY29" fmla="*/ 552604 h 1473207"/>
                <a:gd name="connsiteX30" fmla="*/ 248478 w 703288"/>
                <a:gd name="connsiteY30" fmla="*/ 525171 h 1473207"/>
                <a:gd name="connsiteX31" fmla="*/ 400235 w 703288"/>
                <a:gd name="connsiteY31" fmla="*/ 544020 h 1473207"/>
                <a:gd name="connsiteX32" fmla="*/ 375100 w 703288"/>
                <a:gd name="connsiteY32" fmla="*/ 13587 h 1473207"/>
                <a:gd name="connsiteX0" fmla="*/ 375100 w 703288"/>
                <a:gd name="connsiteY0" fmla="*/ 13587 h 1473207"/>
                <a:gd name="connsiteX1" fmla="*/ 443171 w 703288"/>
                <a:gd name="connsiteY1" fmla="*/ 152132 h 1473207"/>
                <a:gd name="connsiteX2" fmla="*/ 553011 w 703288"/>
                <a:gd name="connsiteY2" fmla="*/ 318387 h 1473207"/>
                <a:gd name="connsiteX3" fmla="*/ 621447 w 703288"/>
                <a:gd name="connsiteY3" fmla="*/ 383041 h 1473207"/>
                <a:gd name="connsiteX4" fmla="*/ 651265 w 703288"/>
                <a:gd name="connsiteY4" fmla="*/ 429222 h 1473207"/>
                <a:gd name="connsiteX5" fmla="*/ 690022 w 703288"/>
                <a:gd name="connsiteY5" fmla="*/ 682189 h 1473207"/>
                <a:gd name="connsiteX6" fmla="*/ 701665 w 703288"/>
                <a:gd name="connsiteY6" fmla="*/ 807914 h 1473207"/>
                <a:gd name="connsiteX7" fmla="*/ 658434 w 703288"/>
                <a:gd name="connsiteY7" fmla="*/ 1033446 h 1473207"/>
                <a:gd name="connsiteX8" fmla="*/ 668207 w 703288"/>
                <a:gd name="connsiteY8" fmla="*/ 1125258 h 1473207"/>
                <a:gd name="connsiteX9" fmla="*/ 633585 w 703288"/>
                <a:gd name="connsiteY9" fmla="*/ 1244504 h 1473207"/>
                <a:gd name="connsiteX10" fmla="*/ 579011 w 703288"/>
                <a:gd name="connsiteY10" fmla="*/ 1419030 h 1473207"/>
                <a:gd name="connsiteX11" fmla="*/ 527703 w 703288"/>
                <a:gd name="connsiteY11" fmla="*/ 1447153 h 1473207"/>
                <a:gd name="connsiteX12" fmla="*/ 441156 w 703288"/>
                <a:gd name="connsiteY12" fmla="*/ 1470726 h 1473207"/>
                <a:gd name="connsiteX13" fmla="*/ 315185 w 703288"/>
                <a:gd name="connsiteY13" fmla="*/ 1473207 h 1473207"/>
                <a:gd name="connsiteX14" fmla="*/ 183173 w 703288"/>
                <a:gd name="connsiteY14" fmla="*/ 1451564 h 1473207"/>
                <a:gd name="connsiteX15" fmla="*/ 81190 w 703288"/>
                <a:gd name="connsiteY15" fmla="*/ 1426612 h 1473207"/>
                <a:gd name="connsiteX16" fmla="*/ 36717 w 703288"/>
                <a:gd name="connsiteY16" fmla="*/ 1370642 h 1473207"/>
                <a:gd name="connsiteX17" fmla="*/ 3594 w 703288"/>
                <a:gd name="connsiteY17" fmla="*/ 1247263 h 1473207"/>
                <a:gd name="connsiteX18" fmla="*/ 2022 w 703288"/>
                <a:gd name="connsiteY18" fmla="*/ 1140285 h 1473207"/>
                <a:gd name="connsiteX19" fmla="*/ 13654 w 703288"/>
                <a:gd name="connsiteY19" fmla="*/ 1039787 h 1473207"/>
                <a:gd name="connsiteX20" fmla="*/ 30725 w 703288"/>
                <a:gd name="connsiteY20" fmla="*/ 965483 h 1473207"/>
                <a:gd name="connsiteX21" fmla="*/ 60758 w 703288"/>
                <a:gd name="connsiteY21" fmla="*/ 913925 h 1473207"/>
                <a:gd name="connsiteX22" fmla="*/ 96453 w 703288"/>
                <a:gd name="connsiteY22" fmla="*/ 871740 h 1473207"/>
                <a:gd name="connsiteX23" fmla="*/ 115310 w 703288"/>
                <a:gd name="connsiteY23" fmla="*/ 861541 h 1473207"/>
                <a:gd name="connsiteX24" fmla="*/ 130364 w 703288"/>
                <a:gd name="connsiteY24" fmla="*/ 792334 h 1473207"/>
                <a:gd name="connsiteX25" fmla="*/ 139015 w 703288"/>
                <a:gd name="connsiteY25" fmla="*/ 756150 h 1473207"/>
                <a:gd name="connsiteX26" fmla="*/ 151085 w 703288"/>
                <a:gd name="connsiteY26" fmla="*/ 686875 h 1473207"/>
                <a:gd name="connsiteX27" fmla="*/ 171727 w 703288"/>
                <a:gd name="connsiteY27" fmla="*/ 654204 h 1473207"/>
                <a:gd name="connsiteX28" fmla="*/ 184919 w 703288"/>
                <a:gd name="connsiteY28" fmla="*/ 608160 h 1473207"/>
                <a:gd name="connsiteX29" fmla="*/ 216737 w 703288"/>
                <a:gd name="connsiteY29" fmla="*/ 552604 h 1473207"/>
                <a:gd name="connsiteX30" fmla="*/ 248478 w 703288"/>
                <a:gd name="connsiteY30" fmla="*/ 525171 h 1473207"/>
                <a:gd name="connsiteX31" fmla="*/ 318279 w 703288"/>
                <a:gd name="connsiteY31" fmla="*/ 507626 h 1473207"/>
                <a:gd name="connsiteX32" fmla="*/ 375100 w 703288"/>
                <a:gd name="connsiteY32" fmla="*/ 13587 h 1473207"/>
                <a:gd name="connsiteX0" fmla="*/ 358337 w 703288"/>
                <a:gd name="connsiteY0" fmla="*/ 352065 h 1324915"/>
                <a:gd name="connsiteX1" fmla="*/ 443171 w 703288"/>
                <a:gd name="connsiteY1" fmla="*/ 3840 h 1324915"/>
                <a:gd name="connsiteX2" fmla="*/ 553011 w 703288"/>
                <a:gd name="connsiteY2" fmla="*/ 170095 h 1324915"/>
                <a:gd name="connsiteX3" fmla="*/ 621447 w 703288"/>
                <a:gd name="connsiteY3" fmla="*/ 234749 h 1324915"/>
                <a:gd name="connsiteX4" fmla="*/ 651265 w 703288"/>
                <a:gd name="connsiteY4" fmla="*/ 280930 h 1324915"/>
                <a:gd name="connsiteX5" fmla="*/ 690022 w 703288"/>
                <a:gd name="connsiteY5" fmla="*/ 533897 h 1324915"/>
                <a:gd name="connsiteX6" fmla="*/ 701665 w 703288"/>
                <a:gd name="connsiteY6" fmla="*/ 659622 h 1324915"/>
                <a:gd name="connsiteX7" fmla="*/ 658434 w 703288"/>
                <a:gd name="connsiteY7" fmla="*/ 885154 h 1324915"/>
                <a:gd name="connsiteX8" fmla="*/ 668207 w 703288"/>
                <a:gd name="connsiteY8" fmla="*/ 976966 h 1324915"/>
                <a:gd name="connsiteX9" fmla="*/ 633585 w 703288"/>
                <a:gd name="connsiteY9" fmla="*/ 1096212 h 1324915"/>
                <a:gd name="connsiteX10" fmla="*/ 579011 w 703288"/>
                <a:gd name="connsiteY10" fmla="*/ 1270738 h 1324915"/>
                <a:gd name="connsiteX11" fmla="*/ 527703 w 703288"/>
                <a:gd name="connsiteY11" fmla="*/ 1298861 h 1324915"/>
                <a:gd name="connsiteX12" fmla="*/ 441156 w 703288"/>
                <a:gd name="connsiteY12" fmla="*/ 1322434 h 1324915"/>
                <a:gd name="connsiteX13" fmla="*/ 315185 w 703288"/>
                <a:gd name="connsiteY13" fmla="*/ 1324915 h 1324915"/>
                <a:gd name="connsiteX14" fmla="*/ 183173 w 703288"/>
                <a:gd name="connsiteY14" fmla="*/ 1303272 h 1324915"/>
                <a:gd name="connsiteX15" fmla="*/ 81190 w 703288"/>
                <a:gd name="connsiteY15" fmla="*/ 1278320 h 1324915"/>
                <a:gd name="connsiteX16" fmla="*/ 36717 w 703288"/>
                <a:gd name="connsiteY16" fmla="*/ 1222350 h 1324915"/>
                <a:gd name="connsiteX17" fmla="*/ 3594 w 703288"/>
                <a:gd name="connsiteY17" fmla="*/ 1098971 h 1324915"/>
                <a:gd name="connsiteX18" fmla="*/ 2022 w 703288"/>
                <a:gd name="connsiteY18" fmla="*/ 991993 h 1324915"/>
                <a:gd name="connsiteX19" fmla="*/ 13654 w 703288"/>
                <a:gd name="connsiteY19" fmla="*/ 891495 h 1324915"/>
                <a:gd name="connsiteX20" fmla="*/ 30725 w 703288"/>
                <a:gd name="connsiteY20" fmla="*/ 817191 h 1324915"/>
                <a:gd name="connsiteX21" fmla="*/ 60758 w 703288"/>
                <a:gd name="connsiteY21" fmla="*/ 765633 h 1324915"/>
                <a:gd name="connsiteX22" fmla="*/ 96453 w 703288"/>
                <a:gd name="connsiteY22" fmla="*/ 723448 h 1324915"/>
                <a:gd name="connsiteX23" fmla="*/ 115310 w 703288"/>
                <a:gd name="connsiteY23" fmla="*/ 713249 h 1324915"/>
                <a:gd name="connsiteX24" fmla="*/ 130364 w 703288"/>
                <a:gd name="connsiteY24" fmla="*/ 644042 h 1324915"/>
                <a:gd name="connsiteX25" fmla="*/ 139015 w 703288"/>
                <a:gd name="connsiteY25" fmla="*/ 607858 h 1324915"/>
                <a:gd name="connsiteX26" fmla="*/ 151085 w 703288"/>
                <a:gd name="connsiteY26" fmla="*/ 538583 h 1324915"/>
                <a:gd name="connsiteX27" fmla="*/ 171727 w 703288"/>
                <a:gd name="connsiteY27" fmla="*/ 505912 h 1324915"/>
                <a:gd name="connsiteX28" fmla="*/ 184919 w 703288"/>
                <a:gd name="connsiteY28" fmla="*/ 459868 h 1324915"/>
                <a:gd name="connsiteX29" fmla="*/ 216737 w 703288"/>
                <a:gd name="connsiteY29" fmla="*/ 404312 h 1324915"/>
                <a:gd name="connsiteX30" fmla="*/ 248478 w 703288"/>
                <a:gd name="connsiteY30" fmla="*/ 376879 h 1324915"/>
                <a:gd name="connsiteX31" fmla="*/ 318279 w 703288"/>
                <a:gd name="connsiteY31" fmla="*/ 359334 h 1324915"/>
                <a:gd name="connsiteX32" fmla="*/ 358337 w 703288"/>
                <a:gd name="connsiteY32" fmla="*/ 352065 h 1324915"/>
                <a:gd name="connsiteX0" fmla="*/ 362063 w 703288"/>
                <a:gd name="connsiteY0" fmla="*/ 43644 h 1339491"/>
                <a:gd name="connsiteX1" fmla="*/ 443171 w 703288"/>
                <a:gd name="connsiteY1" fmla="*/ 18416 h 1339491"/>
                <a:gd name="connsiteX2" fmla="*/ 553011 w 703288"/>
                <a:gd name="connsiteY2" fmla="*/ 184671 h 1339491"/>
                <a:gd name="connsiteX3" fmla="*/ 621447 w 703288"/>
                <a:gd name="connsiteY3" fmla="*/ 249325 h 1339491"/>
                <a:gd name="connsiteX4" fmla="*/ 651265 w 703288"/>
                <a:gd name="connsiteY4" fmla="*/ 295506 h 1339491"/>
                <a:gd name="connsiteX5" fmla="*/ 690022 w 703288"/>
                <a:gd name="connsiteY5" fmla="*/ 548473 h 1339491"/>
                <a:gd name="connsiteX6" fmla="*/ 701665 w 703288"/>
                <a:gd name="connsiteY6" fmla="*/ 674198 h 1339491"/>
                <a:gd name="connsiteX7" fmla="*/ 658434 w 703288"/>
                <a:gd name="connsiteY7" fmla="*/ 899730 h 1339491"/>
                <a:gd name="connsiteX8" fmla="*/ 668207 w 703288"/>
                <a:gd name="connsiteY8" fmla="*/ 991542 h 1339491"/>
                <a:gd name="connsiteX9" fmla="*/ 633585 w 703288"/>
                <a:gd name="connsiteY9" fmla="*/ 1110788 h 1339491"/>
                <a:gd name="connsiteX10" fmla="*/ 579011 w 703288"/>
                <a:gd name="connsiteY10" fmla="*/ 1285314 h 1339491"/>
                <a:gd name="connsiteX11" fmla="*/ 527703 w 703288"/>
                <a:gd name="connsiteY11" fmla="*/ 1313437 h 1339491"/>
                <a:gd name="connsiteX12" fmla="*/ 441156 w 703288"/>
                <a:gd name="connsiteY12" fmla="*/ 1337010 h 1339491"/>
                <a:gd name="connsiteX13" fmla="*/ 315185 w 703288"/>
                <a:gd name="connsiteY13" fmla="*/ 1339491 h 1339491"/>
                <a:gd name="connsiteX14" fmla="*/ 183173 w 703288"/>
                <a:gd name="connsiteY14" fmla="*/ 1317848 h 1339491"/>
                <a:gd name="connsiteX15" fmla="*/ 81190 w 703288"/>
                <a:gd name="connsiteY15" fmla="*/ 1292896 h 1339491"/>
                <a:gd name="connsiteX16" fmla="*/ 36717 w 703288"/>
                <a:gd name="connsiteY16" fmla="*/ 1236926 h 1339491"/>
                <a:gd name="connsiteX17" fmla="*/ 3594 w 703288"/>
                <a:gd name="connsiteY17" fmla="*/ 1113547 h 1339491"/>
                <a:gd name="connsiteX18" fmla="*/ 2022 w 703288"/>
                <a:gd name="connsiteY18" fmla="*/ 1006569 h 1339491"/>
                <a:gd name="connsiteX19" fmla="*/ 13654 w 703288"/>
                <a:gd name="connsiteY19" fmla="*/ 906071 h 1339491"/>
                <a:gd name="connsiteX20" fmla="*/ 30725 w 703288"/>
                <a:gd name="connsiteY20" fmla="*/ 831767 h 1339491"/>
                <a:gd name="connsiteX21" fmla="*/ 60758 w 703288"/>
                <a:gd name="connsiteY21" fmla="*/ 780209 h 1339491"/>
                <a:gd name="connsiteX22" fmla="*/ 96453 w 703288"/>
                <a:gd name="connsiteY22" fmla="*/ 738024 h 1339491"/>
                <a:gd name="connsiteX23" fmla="*/ 115310 w 703288"/>
                <a:gd name="connsiteY23" fmla="*/ 727825 h 1339491"/>
                <a:gd name="connsiteX24" fmla="*/ 130364 w 703288"/>
                <a:gd name="connsiteY24" fmla="*/ 658618 h 1339491"/>
                <a:gd name="connsiteX25" fmla="*/ 139015 w 703288"/>
                <a:gd name="connsiteY25" fmla="*/ 622434 h 1339491"/>
                <a:gd name="connsiteX26" fmla="*/ 151085 w 703288"/>
                <a:gd name="connsiteY26" fmla="*/ 553159 h 1339491"/>
                <a:gd name="connsiteX27" fmla="*/ 171727 w 703288"/>
                <a:gd name="connsiteY27" fmla="*/ 520488 h 1339491"/>
                <a:gd name="connsiteX28" fmla="*/ 184919 w 703288"/>
                <a:gd name="connsiteY28" fmla="*/ 474444 h 1339491"/>
                <a:gd name="connsiteX29" fmla="*/ 216737 w 703288"/>
                <a:gd name="connsiteY29" fmla="*/ 418888 h 1339491"/>
                <a:gd name="connsiteX30" fmla="*/ 248478 w 703288"/>
                <a:gd name="connsiteY30" fmla="*/ 391455 h 1339491"/>
                <a:gd name="connsiteX31" fmla="*/ 318279 w 703288"/>
                <a:gd name="connsiteY31" fmla="*/ 373910 h 1339491"/>
                <a:gd name="connsiteX32" fmla="*/ 362063 w 703288"/>
                <a:gd name="connsiteY32" fmla="*/ 43644 h 1339491"/>
                <a:gd name="connsiteX0" fmla="*/ 322947 w 703288"/>
                <a:gd name="connsiteY0" fmla="*/ 189082 h 1321156"/>
                <a:gd name="connsiteX1" fmla="*/ 443171 w 703288"/>
                <a:gd name="connsiteY1" fmla="*/ 81 h 1321156"/>
                <a:gd name="connsiteX2" fmla="*/ 553011 w 703288"/>
                <a:gd name="connsiteY2" fmla="*/ 166336 h 1321156"/>
                <a:gd name="connsiteX3" fmla="*/ 621447 w 703288"/>
                <a:gd name="connsiteY3" fmla="*/ 230990 h 1321156"/>
                <a:gd name="connsiteX4" fmla="*/ 651265 w 703288"/>
                <a:gd name="connsiteY4" fmla="*/ 277171 h 1321156"/>
                <a:gd name="connsiteX5" fmla="*/ 690022 w 703288"/>
                <a:gd name="connsiteY5" fmla="*/ 530138 h 1321156"/>
                <a:gd name="connsiteX6" fmla="*/ 701665 w 703288"/>
                <a:gd name="connsiteY6" fmla="*/ 655863 h 1321156"/>
                <a:gd name="connsiteX7" fmla="*/ 658434 w 703288"/>
                <a:gd name="connsiteY7" fmla="*/ 881395 h 1321156"/>
                <a:gd name="connsiteX8" fmla="*/ 668207 w 703288"/>
                <a:gd name="connsiteY8" fmla="*/ 973207 h 1321156"/>
                <a:gd name="connsiteX9" fmla="*/ 633585 w 703288"/>
                <a:gd name="connsiteY9" fmla="*/ 1092453 h 1321156"/>
                <a:gd name="connsiteX10" fmla="*/ 579011 w 703288"/>
                <a:gd name="connsiteY10" fmla="*/ 1266979 h 1321156"/>
                <a:gd name="connsiteX11" fmla="*/ 527703 w 703288"/>
                <a:gd name="connsiteY11" fmla="*/ 1295102 h 1321156"/>
                <a:gd name="connsiteX12" fmla="*/ 441156 w 703288"/>
                <a:gd name="connsiteY12" fmla="*/ 1318675 h 1321156"/>
                <a:gd name="connsiteX13" fmla="*/ 315185 w 703288"/>
                <a:gd name="connsiteY13" fmla="*/ 1321156 h 1321156"/>
                <a:gd name="connsiteX14" fmla="*/ 183173 w 703288"/>
                <a:gd name="connsiteY14" fmla="*/ 1299513 h 1321156"/>
                <a:gd name="connsiteX15" fmla="*/ 81190 w 703288"/>
                <a:gd name="connsiteY15" fmla="*/ 1274561 h 1321156"/>
                <a:gd name="connsiteX16" fmla="*/ 36717 w 703288"/>
                <a:gd name="connsiteY16" fmla="*/ 1218591 h 1321156"/>
                <a:gd name="connsiteX17" fmla="*/ 3594 w 703288"/>
                <a:gd name="connsiteY17" fmla="*/ 1095212 h 1321156"/>
                <a:gd name="connsiteX18" fmla="*/ 2022 w 703288"/>
                <a:gd name="connsiteY18" fmla="*/ 988234 h 1321156"/>
                <a:gd name="connsiteX19" fmla="*/ 13654 w 703288"/>
                <a:gd name="connsiteY19" fmla="*/ 887736 h 1321156"/>
                <a:gd name="connsiteX20" fmla="*/ 30725 w 703288"/>
                <a:gd name="connsiteY20" fmla="*/ 813432 h 1321156"/>
                <a:gd name="connsiteX21" fmla="*/ 60758 w 703288"/>
                <a:gd name="connsiteY21" fmla="*/ 761874 h 1321156"/>
                <a:gd name="connsiteX22" fmla="*/ 96453 w 703288"/>
                <a:gd name="connsiteY22" fmla="*/ 719689 h 1321156"/>
                <a:gd name="connsiteX23" fmla="*/ 115310 w 703288"/>
                <a:gd name="connsiteY23" fmla="*/ 709490 h 1321156"/>
                <a:gd name="connsiteX24" fmla="*/ 130364 w 703288"/>
                <a:gd name="connsiteY24" fmla="*/ 640283 h 1321156"/>
                <a:gd name="connsiteX25" fmla="*/ 139015 w 703288"/>
                <a:gd name="connsiteY25" fmla="*/ 604099 h 1321156"/>
                <a:gd name="connsiteX26" fmla="*/ 151085 w 703288"/>
                <a:gd name="connsiteY26" fmla="*/ 534824 h 1321156"/>
                <a:gd name="connsiteX27" fmla="*/ 171727 w 703288"/>
                <a:gd name="connsiteY27" fmla="*/ 502153 h 1321156"/>
                <a:gd name="connsiteX28" fmla="*/ 184919 w 703288"/>
                <a:gd name="connsiteY28" fmla="*/ 456109 h 1321156"/>
                <a:gd name="connsiteX29" fmla="*/ 216737 w 703288"/>
                <a:gd name="connsiteY29" fmla="*/ 400553 h 1321156"/>
                <a:gd name="connsiteX30" fmla="*/ 248478 w 703288"/>
                <a:gd name="connsiteY30" fmla="*/ 373120 h 1321156"/>
                <a:gd name="connsiteX31" fmla="*/ 318279 w 703288"/>
                <a:gd name="connsiteY31" fmla="*/ 355575 h 1321156"/>
                <a:gd name="connsiteX32" fmla="*/ 322947 w 703288"/>
                <a:gd name="connsiteY32" fmla="*/ 189082 h 1321156"/>
                <a:gd name="connsiteX0" fmla="*/ 322947 w 703288"/>
                <a:gd name="connsiteY0" fmla="*/ 28567 h 1160641"/>
                <a:gd name="connsiteX1" fmla="*/ 474835 w 703288"/>
                <a:gd name="connsiteY1" fmla="*/ 230802 h 1160641"/>
                <a:gd name="connsiteX2" fmla="*/ 553011 w 703288"/>
                <a:gd name="connsiteY2" fmla="*/ 5821 h 1160641"/>
                <a:gd name="connsiteX3" fmla="*/ 621447 w 703288"/>
                <a:gd name="connsiteY3" fmla="*/ 70475 h 1160641"/>
                <a:gd name="connsiteX4" fmla="*/ 651265 w 703288"/>
                <a:gd name="connsiteY4" fmla="*/ 116656 h 1160641"/>
                <a:gd name="connsiteX5" fmla="*/ 690022 w 703288"/>
                <a:gd name="connsiteY5" fmla="*/ 369623 h 1160641"/>
                <a:gd name="connsiteX6" fmla="*/ 701665 w 703288"/>
                <a:gd name="connsiteY6" fmla="*/ 495348 h 1160641"/>
                <a:gd name="connsiteX7" fmla="*/ 658434 w 703288"/>
                <a:gd name="connsiteY7" fmla="*/ 720880 h 1160641"/>
                <a:gd name="connsiteX8" fmla="*/ 668207 w 703288"/>
                <a:gd name="connsiteY8" fmla="*/ 812692 h 1160641"/>
                <a:gd name="connsiteX9" fmla="*/ 633585 w 703288"/>
                <a:gd name="connsiteY9" fmla="*/ 931938 h 1160641"/>
                <a:gd name="connsiteX10" fmla="*/ 579011 w 703288"/>
                <a:gd name="connsiteY10" fmla="*/ 1106464 h 1160641"/>
                <a:gd name="connsiteX11" fmla="*/ 527703 w 703288"/>
                <a:gd name="connsiteY11" fmla="*/ 1134587 h 1160641"/>
                <a:gd name="connsiteX12" fmla="*/ 441156 w 703288"/>
                <a:gd name="connsiteY12" fmla="*/ 1158160 h 1160641"/>
                <a:gd name="connsiteX13" fmla="*/ 315185 w 703288"/>
                <a:gd name="connsiteY13" fmla="*/ 1160641 h 1160641"/>
                <a:gd name="connsiteX14" fmla="*/ 183173 w 703288"/>
                <a:gd name="connsiteY14" fmla="*/ 1138998 h 1160641"/>
                <a:gd name="connsiteX15" fmla="*/ 81190 w 703288"/>
                <a:gd name="connsiteY15" fmla="*/ 1114046 h 1160641"/>
                <a:gd name="connsiteX16" fmla="*/ 36717 w 703288"/>
                <a:gd name="connsiteY16" fmla="*/ 1058076 h 1160641"/>
                <a:gd name="connsiteX17" fmla="*/ 3594 w 703288"/>
                <a:gd name="connsiteY17" fmla="*/ 934697 h 1160641"/>
                <a:gd name="connsiteX18" fmla="*/ 2022 w 703288"/>
                <a:gd name="connsiteY18" fmla="*/ 827719 h 1160641"/>
                <a:gd name="connsiteX19" fmla="*/ 13654 w 703288"/>
                <a:gd name="connsiteY19" fmla="*/ 727221 h 1160641"/>
                <a:gd name="connsiteX20" fmla="*/ 30725 w 703288"/>
                <a:gd name="connsiteY20" fmla="*/ 652917 h 1160641"/>
                <a:gd name="connsiteX21" fmla="*/ 60758 w 703288"/>
                <a:gd name="connsiteY21" fmla="*/ 601359 h 1160641"/>
                <a:gd name="connsiteX22" fmla="*/ 96453 w 703288"/>
                <a:gd name="connsiteY22" fmla="*/ 559174 h 1160641"/>
                <a:gd name="connsiteX23" fmla="*/ 115310 w 703288"/>
                <a:gd name="connsiteY23" fmla="*/ 548975 h 1160641"/>
                <a:gd name="connsiteX24" fmla="*/ 130364 w 703288"/>
                <a:gd name="connsiteY24" fmla="*/ 479768 h 1160641"/>
                <a:gd name="connsiteX25" fmla="*/ 139015 w 703288"/>
                <a:gd name="connsiteY25" fmla="*/ 443584 h 1160641"/>
                <a:gd name="connsiteX26" fmla="*/ 151085 w 703288"/>
                <a:gd name="connsiteY26" fmla="*/ 374309 h 1160641"/>
                <a:gd name="connsiteX27" fmla="*/ 171727 w 703288"/>
                <a:gd name="connsiteY27" fmla="*/ 341638 h 1160641"/>
                <a:gd name="connsiteX28" fmla="*/ 184919 w 703288"/>
                <a:gd name="connsiteY28" fmla="*/ 295594 h 1160641"/>
                <a:gd name="connsiteX29" fmla="*/ 216737 w 703288"/>
                <a:gd name="connsiteY29" fmla="*/ 240038 h 1160641"/>
                <a:gd name="connsiteX30" fmla="*/ 248478 w 703288"/>
                <a:gd name="connsiteY30" fmla="*/ 212605 h 1160641"/>
                <a:gd name="connsiteX31" fmla="*/ 318279 w 703288"/>
                <a:gd name="connsiteY31" fmla="*/ 195060 h 1160641"/>
                <a:gd name="connsiteX32" fmla="*/ 322947 w 703288"/>
                <a:gd name="connsiteY32" fmla="*/ 28567 h 1160641"/>
                <a:gd name="connsiteX0" fmla="*/ 369513 w 703288"/>
                <a:gd name="connsiteY0" fmla="*/ 205988 h 1160641"/>
                <a:gd name="connsiteX1" fmla="*/ 474835 w 703288"/>
                <a:gd name="connsiteY1" fmla="*/ 230802 h 1160641"/>
                <a:gd name="connsiteX2" fmla="*/ 553011 w 703288"/>
                <a:gd name="connsiteY2" fmla="*/ 5821 h 1160641"/>
                <a:gd name="connsiteX3" fmla="*/ 621447 w 703288"/>
                <a:gd name="connsiteY3" fmla="*/ 70475 h 1160641"/>
                <a:gd name="connsiteX4" fmla="*/ 651265 w 703288"/>
                <a:gd name="connsiteY4" fmla="*/ 116656 h 1160641"/>
                <a:gd name="connsiteX5" fmla="*/ 690022 w 703288"/>
                <a:gd name="connsiteY5" fmla="*/ 369623 h 1160641"/>
                <a:gd name="connsiteX6" fmla="*/ 701665 w 703288"/>
                <a:gd name="connsiteY6" fmla="*/ 495348 h 1160641"/>
                <a:gd name="connsiteX7" fmla="*/ 658434 w 703288"/>
                <a:gd name="connsiteY7" fmla="*/ 720880 h 1160641"/>
                <a:gd name="connsiteX8" fmla="*/ 668207 w 703288"/>
                <a:gd name="connsiteY8" fmla="*/ 812692 h 1160641"/>
                <a:gd name="connsiteX9" fmla="*/ 633585 w 703288"/>
                <a:gd name="connsiteY9" fmla="*/ 931938 h 1160641"/>
                <a:gd name="connsiteX10" fmla="*/ 579011 w 703288"/>
                <a:gd name="connsiteY10" fmla="*/ 1106464 h 1160641"/>
                <a:gd name="connsiteX11" fmla="*/ 527703 w 703288"/>
                <a:gd name="connsiteY11" fmla="*/ 1134587 h 1160641"/>
                <a:gd name="connsiteX12" fmla="*/ 441156 w 703288"/>
                <a:gd name="connsiteY12" fmla="*/ 1158160 h 1160641"/>
                <a:gd name="connsiteX13" fmla="*/ 315185 w 703288"/>
                <a:gd name="connsiteY13" fmla="*/ 1160641 h 1160641"/>
                <a:gd name="connsiteX14" fmla="*/ 183173 w 703288"/>
                <a:gd name="connsiteY14" fmla="*/ 1138998 h 1160641"/>
                <a:gd name="connsiteX15" fmla="*/ 81190 w 703288"/>
                <a:gd name="connsiteY15" fmla="*/ 1114046 h 1160641"/>
                <a:gd name="connsiteX16" fmla="*/ 36717 w 703288"/>
                <a:gd name="connsiteY16" fmla="*/ 1058076 h 1160641"/>
                <a:gd name="connsiteX17" fmla="*/ 3594 w 703288"/>
                <a:gd name="connsiteY17" fmla="*/ 934697 h 1160641"/>
                <a:gd name="connsiteX18" fmla="*/ 2022 w 703288"/>
                <a:gd name="connsiteY18" fmla="*/ 827719 h 1160641"/>
                <a:gd name="connsiteX19" fmla="*/ 13654 w 703288"/>
                <a:gd name="connsiteY19" fmla="*/ 727221 h 1160641"/>
                <a:gd name="connsiteX20" fmla="*/ 30725 w 703288"/>
                <a:gd name="connsiteY20" fmla="*/ 652917 h 1160641"/>
                <a:gd name="connsiteX21" fmla="*/ 60758 w 703288"/>
                <a:gd name="connsiteY21" fmla="*/ 601359 h 1160641"/>
                <a:gd name="connsiteX22" fmla="*/ 96453 w 703288"/>
                <a:gd name="connsiteY22" fmla="*/ 559174 h 1160641"/>
                <a:gd name="connsiteX23" fmla="*/ 115310 w 703288"/>
                <a:gd name="connsiteY23" fmla="*/ 548975 h 1160641"/>
                <a:gd name="connsiteX24" fmla="*/ 130364 w 703288"/>
                <a:gd name="connsiteY24" fmla="*/ 479768 h 1160641"/>
                <a:gd name="connsiteX25" fmla="*/ 139015 w 703288"/>
                <a:gd name="connsiteY25" fmla="*/ 443584 h 1160641"/>
                <a:gd name="connsiteX26" fmla="*/ 151085 w 703288"/>
                <a:gd name="connsiteY26" fmla="*/ 374309 h 1160641"/>
                <a:gd name="connsiteX27" fmla="*/ 171727 w 703288"/>
                <a:gd name="connsiteY27" fmla="*/ 341638 h 1160641"/>
                <a:gd name="connsiteX28" fmla="*/ 184919 w 703288"/>
                <a:gd name="connsiteY28" fmla="*/ 295594 h 1160641"/>
                <a:gd name="connsiteX29" fmla="*/ 216737 w 703288"/>
                <a:gd name="connsiteY29" fmla="*/ 240038 h 1160641"/>
                <a:gd name="connsiteX30" fmla="*/ 248478 w 703288"/>
                <a:gd name="connsiteY30" fmla="*/ 212605 h 1160641"/>
                <a:gd name="connsiteX31" fmla="*/ 318279 w 703288"/>
                <a:gd name="connsiteY31" fmla="*/ 195060 h 1160641"/>
                <a:gd name="connsiteX32" fmla="*/ 369513 w 703288"/>
                <a:gd name="connsiteY32" fmla="*/ 205988 h 1160641"/>
                <a:gd name="connsiteX0" fmla="*/ 427255 w 703288"/>
                <a:gd name="connsiteY0" fmla="*/ 228735 h 1160641"/>
                <a:gd name="connsiteX1" fmla="*/ 474835 w 703288"/>
                <a:gd name="connsiteY1" fmla="*/ 230802 h 1160641"/>
                <a:gd name="connsiteX2" fmla="*/ 553011 w 703288"/>
                <a:gd name="connsiteY2" fmla="*/ 5821 h 1160641"/>
                <a:gd name="connsiteX3" fmla="*/ 621447 w 703288"/>
                <a:gd name="connsiteY3" fmla="*/ 70475 h 1160641"/>
                <a:gd name="connsiteX4" fmla="*/ 651265 w 703288"/>
                <a:gd name="connsiteY4" fmla="*/ 116656 h 1160641"/>
                <a:gd name="connsiteX5" fmla="*/ 690022 w 703288"/>
                <a:gd name="connsiteY5" fmla="*/ 369623 h 1160641"/>
                <a:gd name="connsiteX6" fmla="*/ 701665 w 703288"/>
                <a:gd name="connsiteY6" fmla="*/ 495348 h 1160641"/>
                <a:gd name="connsiteX7" fmla="*/ 658434 w 703288"/>
                <a:gd name="connsiteY7" fmla="*/ 720880 h 1160641"/>
                <a:gd name="connsiteX8" fmla="*/ 668207 w 703288"/>
                <a:gd name="connsiteY8" fmla="*/ 812692 h 1160641"/>
                <a:gd name="connsiteX9" fmla="*/ 633585 w 703288"/>
                <a:gd name="connsiteY9" fmla="*/ 931938 h 1160641"/>
                <a:gd name="connsiteX10" fmla="*/ 579011 w 703288"/>
                <a:gd name="connsiteY10" fmla="*/ 1106464 h 1160641"/>
                <a:gd name="connsiteX11" fmla="*/ 527703 w 703288"/>
                <a:gd name="connsiteY11" fmla="*/ 1134587 h 1160641"/>
                <a:gd name="connsiteX12" fmla="*/ 441156 w 703288"/>
                <a:gd name="connsiteY12" fmla="*/ 1158160 h 1160641"/>
                <a:gd name="connsiteX13" fmla="*/ 315185 w 703288"/>
                <a:gd name="connsiteY13" fmla="*/ 1160641 h 1160641"/>
                <a:gd name="connsiteX14" fmla="*/ 183173 w 703288"/>
                <a:gd name="connsiteY14" fmla="*/ 1138998 h 1160641"/>
                <a:gd name="connsiteX15" fmla="*/ 81190 w 703288"/>
                <a:gd name="connsiteY15" fmla="*/ 1114046 h 1160641"/>
                <a:gd name="connsiteX16" fmla="*/ 36717 w 703288"/>
                <a:gd name="connsiteY16" fmla="*/ 1058076 h 1160641"/>
                <a:gd name="connsiteX17" fmla="*/ 3594 w 703288"/>
                <a:gd name="connsiteY17" fmla="*/ 934697 h 1160641"/>
                <a:gd name="connsiteX18" fmla="*/ 2022 w 703288"/>
                <a:gd name="connsiteY18" fmla="*/ 827719 h 1160641"/>
                <a:gd name="connsiteX19" fmla="*/ 13654 w 703288"/>
                <a:gd name="connsiteY19" fmla="*/ 727221 h 1160641"/>
                <a:gd name="connsiteX20" fmla="*/ 30725 w 703288"/>
                <a:gd name="connsiteY20" fmla="*/ 652917 h 1160641"/>
                <a:gd name="connsiteX21" fmla="*/ 60758 w 703288"/>
                <a:gd name="connsiteY21" fmla="*/ 601359 h 1160641"/>
                <a:gd name="connsiteX22" fmla="*/ 96453 w 703288"/>
                <a:gd name="connsiteY22" fmla="*/ 559174 h 1160641"/>
                <a:gd name="connsiteX23" fmla="*/ 115310 w 703288"/>
                <a:gd name="connsiteY23" fmla="*/ 548975 h 1160641"/>
                <a:gd name="connsiteX24" fmla="*/ 130364 w 703288"/>
                <a:gd name="connsiteY24" fmla="*/ 479768 h 1160641"/>
                <a:gd name="connsiteX25" fmla="*/ 139015 w 703288"/>
                <a:gd name="connsiteY25" fmla="*/ 443584 h 1160641"/>
                <a:gd name="connsiteX26" fmla="*/ 151085 w 703288"/>
                <a:gd name="connsiteY26" fmla="*/ 374309 h 1160641"/>
                <a:gd name="connsiteX27" fmla="*/ 171727 w 703288"/>
                <a:gd name="connsiteY27" fmla="*/ 341638 h 1160641"/>
                <a:gd name="connsiteX28" fmla="*/ 184919 w 703288"/>
                <a:gd name="connsiteY28" fmla="*/ 295594 h 1160641"/>
                <a:gd name="connsiteX29" fmla="*/ 216737 w 703288"/>
                <a:gd name="connsiteY29" fmla="*/ 240038 h 1160641"/>
                <a:gd name="connsiteX30" fmla="*/ 248478 w 703288"/>
                <a:gd name="connsiteY30" fmla="*/ 212605 h 1160641"/>
                <a:gd name="connsiteX31" fmla="*/ 318279 w 703288"/>
                <a:gd name="connsiteY31" fmla="*/ 195060 h 1160641"/>
                <a:gd name="connsiteX32" fmla="*/ 427255 w 703288"/>
                <a:gd name="connsiteY32" fmla="*/ 228735 h 1160641"/>
                <a:gd name="connsiteX0" fmla="*/ 427255 w 703288"/>
                <a:gd name="connsiteY0" fmla="*/ 234084 h 1165990"/>
                <a:gd name="connsiteX1" fmla="*/ 426407 w 703288"/>
                <a:gd name="connsiteY1" fmla="*/ 327137 h 1165990"/>
                <a:gd name="connsiteX2" fmla="*/ 553011 w 703288"/>
                <a:gd name="connsiteY2" fmla="*/ 11170 h 1165990"/>
                <a:gd name="connsiteX3" fmla="*/ 621447 w 703288"/>
                <a:gd name="connsiteY3" fmla="*/ 75824 h 1165990"/>
                <a:gd name="connsiteX4" fmla="*/ 651265 w 703288"/>
                <a:gd name="connsiteY4" fmla="*/ 122005 h 1165990"/>
                <a:gd name="connsiteX5" fmla="*/ 690022 w 703288"/>
                <a:gd name="connsiteY5" fmla="*/ 374972 h 1165990"/>
                <a:gd name="connsiteX6" fmla="*/ 701665 w 703288"/>
                <a:gd name="connsiteY6" fmla="*/ 500697 h 1165990"/>
                <a:gd name="connsiteX7" fmla="*/ 658434 w 703288"/>
                <a:gd name="connsiteY7" fmla="*/ 726229 h 1165990"/>
                <a:gd name="connsiteX8" fmla="*/ 668207 w 703288"/>
                <a:gd name="connsiteY8" fmla="*/ 818041 h 1165990"/>
                <a:gd name="connsiteX9" fmla="*/ 633585 w 703288"/>
                <a:gd name="connsiteY9" fmla="*/ 937287 h 1165990"/>
                <a:gd name="connsiteX10" fmla="*/ 579011 w 703288"/>
                <a:gd name="connsiteY10" fmla="*/ 1111813 h 1165990"/>
                <a:gd name="connsiteX11" fmla="*/ 527703 w 703288"/>
                <a:gd name="connsiteY11" fmla="*/ 1139936 h 1165990"/>
                <a:gd name="connsiteX12" fmla="*/ 441156 w 703288"/>
                <a:gd name="connsiteY12" fmla="*/ 1163509 h 1165990"/>
                <a:gd name="connsiteX13" fmla="*/ 315185 w 703288"/>
                <a:gd name="connsiteY13" fmla="*/ 1165990 h 1165990"/>
                <a:gd name="connsiteX14" fmla="*/ 183173 w 703288"/>
                <a:gd name="connsiteY14" fmla="*/ 1144347 h 1165990"/>
                <a:gd name="connsiteX15" fmla="*/ 81190 w 703288"/>
                <a:gd name="connsiteY15" fmla="*/ 1119395 h 1165990"/>
                <a:gd name="connsiteX16" fmla="*/ 36717 w 703288"/>
                <a:gd name="connsiteY16" fmla="*/ 1063425 h 1165990"/>
                <a:gd name="connsiteX17" fmla="*/ 3594 w 703288"/>
                <a:gd name="connsiteY17" fmla="*/ 940046 h 1165990"/>
                <a:gd name="connsiteX18" fmla="*/ 2022 w 703288"/>
                <a:gd name="connsiteY18" fmla="*/ 833068 h 1165990"/>
                <a:gd name="connsiteX19" fmla="*/ 13654 w 703288"/>
                <a:gd name="connsiteY19" fmla="*/ 732570 h 1165990"/>
                <a:gd name="connsiteX20" fmla="*/ 30725 w 703288"/>
                <a:gd name="connsiteY20" fmla="*/ 658266 h 1165990"/>
                <a:gd name="connsiteX21" fmla="*/ 60758 w 703288"/>
                <a:gd name="connsiteY21" fmla="*/ 606708 h 1165990"/>
                <a:gd name="connsiteX22" fmla="*/ 96453 w 703288"/>
                <a:gd name="connsiteY22" fmla="*/ 564523 h 1165990"/>
                <a:gd name="connsiteX23" fmla="*/ 115310 w 703288"/>
                <a:gd name="connsiteY23" fmla="*/ 554324 h 1165990"/>
                <a:gd name="connsiteX24" fmla="*/ 130364 w 703288"/>
                <a:gd name="connsiteY24" fmla="*/ 485117 h 1165990"/>
                <a:gd name="connsiteX25" fmla="*/ 139015 w 703288"/>
                <a:gd name="connsiteY25" fmla="*/ 448933 h 1165990"/>
                <a:gd name="connsiteX26" fmla="*/ 151085 w 703288"/>
                <a:gd name="connsiteY26" fmla="*/ 379658 h 1165990"/>
                <a:gd name="connsiteX27" fmla="*/ 171727 w 703288"/>
                <a:gd name="connsiteY27" fmla="*/ 346987 h 1165990"/>
                <a:gd name="connsiteX28" fmla="*/ 184919 w 703288"/>
                <a:gd name="connsiteY28" fmla="*/ 300943 h 1165990"/>
                <a:gd name="connsiteX29" fmla="*/ 216737 w 703288"/>
                <a:gd name="connsiteY29" fmla="*/ 245387 h 1165990"/>
                <a:gd name="connsiteX30" fmla="*/ 248478 w 703288"/>
                <a:gd name="connsiteY30" fmla="*/ 217954 h 1165990"/>
                <a:gd name="connsiteX31" fmla="*/ 318279 w 703288"/>
                <a:gd name="connsiteY31" fmla="*/ 200409 h 1165990"/>
                <a:gd name="connsiteX32" fmla="*/ 427255 w 703288"/>
                <a:gd name="connsiteY32" fmla="*/ 234084 h 1165990"/>
                <a:gd name="connsiteX0" fmla="*/ 388140 w 703288"/>
                <a:gd name="connsiteY0" fmla="*/ 215887 h 1165990"/>
                <a:gd name="connsiteX1" fmla="*/ 426407 w 703288"/>
                <a:gd name="connsiteY1" fmla="*/ 327137 h 1165990"/>
                <a:gd name="connsiteX2" fmla="*/ 553011 w 703288"/>
                <a:gd name="connsiteY2" fmla="*/ 11170 h 1165990"/>
                <a:gd name="connsiteX3" fmla="*/ 621447 w 703288"/>
                <a:gd name="connsiteY3" fmla="*/ 75824 h 1165990"/>
                <a:gd name="connsiteX4" fmla="*/ 651265 w 703288"/>
                <a:gd name="connsiteY4" fmla="*/ 122005 h 1165990"/>
                <a:gd name="connsiteX5" fmla="*/ 690022 w 703288"/>
                <a:gd name="connsiteY5" fmla="*/ 374972 h 1165990"/>
                <a:gd name="connsiteX6" fmla="*/ 701665 w 703288"/>
                <a:gd name="connsiteY6" fmla="*/ 500697 h 1165990"/>
                <a:gd name="connsiteX7" fmla="*/ 658434 w 703288"/>
                <a:gd name="connsiteY7" fmla="*/ 726229 h 1165990"/>
                <a:gd name="connsiteX8" fmla="*/ 668207 w 703288"/>
                <a:gd name="connsiteY8" fmla="*/ 818041 h 1165990"/>
                <a:gd name="connsiteX9" fmla="*/ 633585 w 703288"/>
                <a:gd name="connsiteY9" fmla="*/ 937287 h 1165990"/>
                <a:gd name="connsiteX10" fmla="*/ 579011 w 703288"/>
                <a:gd name="connsiteY10" fmla="*/ 1111813 h 1165990"/>
                <a:gd name="connsiteX11" fmla="*/ 527703 w 703288"/>
                <a:gd name="connsiteY11" fmla="*/ 1139936 h 1165990"/>
                <a:gd name="connsiteX12" fmla="*/ 441156 w 703288"/>
                <a:gd name="connsiteY12" fmla="*/ 1163509 h 1165990"/>
                <a:gd name="connsiteX13" fmla="*/ 315185 w 703288"/>
                <a:gd name="connsiteY13" fmla="*/ 1165990 h 1165990"/>
                <a:gd name="connsiteX14" fmla="*/ 183173 w 703288"/>
                <a:gd name="connsiteY14" fmla="*/ 1144347 h 1165990"/>
                <a:gd name="connsiteX15" fmla="*/ 81190 w 703288"/>
                <a:gd name="connsiteY15" fmla="*/ 1119395 h 1165990"/>
                <a:gd name="connsiteX16" fmla="*/ 36717 w 703288"/>
                <a:gd name="connsiteY16" fmla="*/ 1063425 h 1165990"/>
                <a:gd name="connsiteX17" fmla="*/ 3594 w 703288"/>
                <a:gd name="connsiteY17" fmla="*/ 940046 h 1165990"/>
                <a:gd name="connsiteX18" fmla="*/ 2022 w 703288"/>
                <a:gd name="connsiteY18" fmla="*/ 833068 h 1165990"/>
                <a:gd name="connsiteX19" fmla="*/ 13654 w 703288"/>
                <a:gd name="connsiteY19" fmla="*/ 732570 h 1165990"/>
                <a:gd name="connsiteX20" fmla="*/ 30725 w 703288"/>
                <a:gd name="connsiteY20" fmla="*/ 658266 h 1165990"/>
                <a:gd name="connsiteX21" fmla="*/ 60758 w 703288"/>
                <a:gd name="connsiteY21" fmla="*/ 606708 h 1165990"/>
                <a:gd name="connsiteX22" fmla="*/ 96453 w 703288"/>
                <a:gd name="connsiteY22" fmla="*/ 564523 h 1165990"/>
                <a:gd name="connsiteX23" fmla="*/ 115310 w 703288"/>
                <a:gd name="connsiteY23" fmla="*/ 554324 h 1165990"/>
                <a:gd name="connsiteX24" fmla="*/ 130364 w 703288"/>
                <a:gd name="connsiteY24" fmla="*/ 485117 h 1165990"/>
                <a:gd name="connsiteX25" fmla="*/ 139015 w 703288"/>
                <a:gd name="connsiteY25" fmla="*/ 448933 h 1165990"/>
                <a:gd name="connsiteX26" fmla="*/ 151085 w 703288"/>
                <a:gd name="connsiteY26" fmla="*/ 379658 h 1165990"/>
                <a:gd name="connsiteX27" fmla="*/ 171727 w 703288"/>
                <a:gd name="connsiteY27" fmla="*/ 346987 h 1165990"/>
                <a:gd name="connsiteX28" fmla="*/ 184919 w 703288"/>
                <a:gd name="connsiteY28" fmla="*/ 300943 h 1165990"/>
                <a:gd name="connsiteX29" fmla="*/ 216737 w 703288"/>
                <a:gd name="connsiteY29" fmla="*/ 245387 h 1165990"/>
                <a:gd name="connsiteX30" fmla="*/ 248478 w 703288"/>
                <a:gd name="connsiteY30" fmla="*/ 217954 h 1165990"/>
                <a:gd name="connsiteX31" fmla="*/ 318279 w 703288"/>
                <a:gd name="connsiteY31" fmla="*/ 200409 h 1165990"/>
                <a:gd name="connsiteX32" fmla="*/ 388140 w 703288"/>
                <a:gd name="connsiteY32" fmla="*/ 215887 h 1165990"/>
                <a:gd name="connsiteX0" fmla="*/ 388140 w 703288"/>
                <a:gd name="connsiteY0" fmla="*/ 215887 h 1165990"/>
                <a:gd name="connsiteX1" fmla="*/ 426407 w 703288"/>
                <a:gd name="connsiteY1" fmla="*/ 327137 h 1165990"/>
                <a:gd name="connsiteX2" fmla="*/ 553011 w 703288"/>
                <a:gd name="connsiteY2" fmla="*/ 11170 h 1165990"/>
                <a:gd name="connsiteX3" fmla="*/ 621447 w 703288"/>
                <a:gd name="connsiteY3" fmla="*/ 75824 h 1165990"/>
                <a:gd name="connsiteX4" fmla="*/ 651265 w 703288"/>
                <a:gd name="connsiteY4" fmla="*/ 122005 h 1165990"/>
                <a:gd name="connsiteX5" fmla="*/ 690022 w 703288"/>
                <a:gd name="connsiteY5" fmla="*/ 374972 h 1165990"/>
                <a:gd name="connsiteX6" fmla="*/ 701665 w 703288"/>
                <a:gd name="connsiteY6" fmla="*/ 500697 h 1165990"/>
                <a:gd name="connsiteX7" fmla="*/ 658434 w 703288"/>
                <a:gd name="connsiteY7" fmla="*/ 726229 h 1165990"/>
                <a:gd name="connsiteX8" fmla="*/ 668207 w 703288"/>
                <a:gd name="connsiteY8" fmla="*/ 818041 h 1165990"/>
                <a:gd name="connsiteX9" fmla="*/ 633585 w 703288"/>
                <a:gd name="connsiteY9" fmla="*/ 937287 h 1165990"/>
                <a:gd name="connsiteX10" fmla="*/ 579011 w 703288"/>
                <a:gd name="connsiteY10" fmla="*/ 1111813 h 1165990"/>
                <a:gd name="connsiteX11" fmla="*/ 527703 w 703288"/>
                <a:gd name="connsiteY11" fmla="*/ 1139936 h 1165990"/>
                <a:gd name="connsiteX12" fmla="*/ 441156 w 703288"/>
                <a:gd name="connsiteY12" fmla="*/ 1163509 h 1165990"/>
                <a:gd name="connsiteX13" fmla="*/ 315185 w 703288"/>
                <a:gd name="connsiteY13" fmla="*/ 1165990 h 1165990"/>
                <a:gd name="connsiteX14" fmla="*/ 183173 w 703288"/>
                <a:gd name="connsiteY14" fmla="*/ 1144347 h 1165990"/>
                <a:gd name="connsiteX15" fmla="*/ 81190 w 703288"/>
                <a:gd name="connsiteY15" fmla="*/ 1119395 h 1165990"/>
                <a:gd name="connsiteX16" fmla="*/ 36717 w 703288"/>
                <a:gd name="connsiteY16" fmla="*/ 1063425 h 1165990"/>
                <a:gd name="connsiteX17" fmla="*/ 3594 w 703288"/>
                <a:gd name="connsiteY17" fmla="*/ 940046 h 1165990"/>
                <a:gd name="connsiteX18" fmla="*/ 2022 w 703288"/>
                <a:gd name="connsiteY18" fmla="*/ 833068 h 1165990"/>
                <a:gd name="connsiteX19" fmla="*/ 13654 w 703288"/>
                <a:gd name="connsiteY19" fmla="*/ 732570 h 1165990"/>
                <a:gd name="connsiteX20" fmla="*/ 30725 w 703288"/>
                <a:gd name="connsiteY20" fmla="*/ 658266 h 1165990"/>
                <a:gd name="connsiteX21" fmla="*/ 60758 w 703288"/>
                <a:gd name="connsiteY21" fmla="*/ 606708 h 1165990"/>
                <a:gd name="connsiteX22" fmla="*/ 96453 w 703288"/>
                <a:gd name="connsiteY22" fmla="*/ 564523 h 1165990"/>
                <a:gd name="connsiteX23" fmla="*/ 115310 w 703288"/>
                <a:gd name="connsiteY23" fmla="*/ 554324 h 1165990"/>
                <a:gd name="connsiteX24" fmla="*/ 130364 w 703288"/>
                <a:gd name="connsiteY24" fmla="*/ 485117 h 1165990"/>
                <a:gd name="connsiteX25" fmla="*/ 139015 w 703288"/>
                <a:gd name="connsiteY25" fmla="*/ 448933 h 1165990"/>
                <a:gd name="connsiteX26" fmla="*/ 151085 w 703288"/>
                <a:gd name="connsiteY26" fmla="*/ 379658 h 1165990"/>
                <a:gd name="connsiteX27" fmla="*/ 171727 w 703288"/>
                <a:gd name="connsiteY27" fmla="*/ 346987 h 1165990"/>
                <a:gd name="connsiteX28" fmla="*/ 184919 w 703288"/>
                <a:gd name="connsiteY28" fmla="*/ 300943 h 1165990"/>
                <a:gd name="connsiteX29" fmla="*/ 216737 w 703288"/>
                <a:gd name="connsiteY29" fmla="*/ 245387 h 1165990"/>
                <a:gd name="connsiteX30" fmla="*/ 248478 w 703288"/>
                <a:gd name="connsiteY30" fmla="*/ 217954 h 1165990"/>
                <a:gd name="connsiteX31" fmla="*/ 284752 w 703288"/>
                <a:gd name="connsiteY31" fmla="*/ 132170 h 1165990"/>
                <a:gd name="connsiteX32" fmla="*/ 388140 w 703288"/>
                <a:gd name="connsiteY32" fmla="*/ 215887 h 1165990"/>
                <a:gd name="connsiteX0" fmla="*/ 388140 w 703288"/>
                <a:gd name="connsiteY0" fmla="*/ 215887 h 1165990"/>
                <a:gd name="connsiteX1" fmla="*/ 426407 w 703288"/>
                <a:gd name="connsiteY1" fmla="*/ 327137 h 1165990"/>
                <a:gd name="connsiteX2" fmla="*/ 553011 w 703288"/>
                <a:gd name="connsiteY2" fmla="*/ 11170 h 1165990"/>
                <a:gd name="connsiteX3" fmla="*/ 621447 w 703288"/>
                <a:gd name="connsiteY3" fmla="*/ 75824 h 1165990"/>
                <a:gd name="connsiteX4" fmla="*/ 651265 w 703288"/>
                <a:gd name="connsiteY4" fmla="*/ 122005 h 1165990"/>
                <a:gd name="connsiteX5" fmla="*/ 690022 w 703288"/>
                <a:gd name="connsiteY5" fmla="*/ 374972 h 1165990"/>
                <a:gd name="connsiteX6" fmla="*/ 701665 w 703288"/>
                <a:gd name="connsiteY6" fmla="*/ 500697 h 1165990"/>
                <a:gd name="connsiteX7" fmla="*/ 658434 w 703288"/>
                <a:gd name="connsiteY7" fmla="*/ 726229 h 1165990"/>
                <a:gd name="connsiteX8" fmla="*/ 668207 w 703288"/>
                <a:gd name="connsiteY8" fmla="*/ 818041 h 1165990"/>
                <a:gd name="connsiteX9" fmla="*/ 633585 w 703288"/>
                <a:gd name="connsiteY9" fmla="*/ 937287 h 1165990"/>
                <a:gd name="connsiteX10" fmla="*/ 579011 w 703288"/>
                <a:gd name="connsiteY10" fmla="*/ 1111813 h 1165990"/>
                <a:gd name="connsiteX11" fmla="*/ 527703 w 703288"/>
                <a:gd name="connsiteY11" fmla="*/ 1139936 h 1165990"/>
                <a:gd name="connsiteX12" fmla="*/ 441156 w 703288"/>
                <a:gd name="connsiteY12" fmla="*/ 1163509 h 1165990"/>
                <a:gd name="connsiteX13" fmla="*/ 315185 w 703288"/>
                <a:gd name="connsiteY13" fmla="*/ 1165990 h 1165990"/>
                <a:gd name="connsiteX14" fmla="*/ 183173 w 703288"/>
                <a:gd name="connsiteY14" fmla="*/ 1144347 h 1165990"/>
                <a:gd name="connsiteX15" fmla="*/ 81190 w 703288"/>
                <a:gd name="connsiteY15" fmla="*/ 1119395 h 1165990"/>
                <a:gd name="connsiteX16" fmla="*/ 36717 w 703288"/>
                <a:gd name="connsiteY16" fmla="*/ 1063425 h 1165990"/>
                <a:gd name="connsiteX17" fmla="*/ 3594 w 703288"/>
                <a:gd name="connsiteY17" fmla="*/ 940046 h 1165990"/>
                <a:gd name="connsiteX18" fmla="*/ 2022 w 703288"/>
                <a:gd name="connsiteY18" fmla="*/ 833068 h 1165990"/>
                <a:gd name="connsiteX19" fmla="*/ 13654 w 703288"/>
                <a:gd name="connsiteY19" fmla="*/ 732570 h 1165990"/>
                <a:gd name="connsiteX20" fmla="*/ 30725 w 703288"/>
                <a:gd name="connsiteY20" fmla="*/ 658266 h 1165990"/>
                <a:gd name="connsiteX21" fmla="*/ 60758 w 703288"/>
                <a:gd name="connsiteY21" fmla="*/ 606708 h 1165990"/>
                <a:gd name="connsiteX22" fmla="*/ 96453 w 703288"/>
                <a:gd name="connsiteY22" fmla="*/ 564523 h 1165990"/>
                <a:gd name="connsiteX23" fmla="*/ 115310 w 703288"/>
                <a:gd name="connsiteY23" fmla="*/ 554324 h 1165990"/>
                <a:gd name="connsiteX24" fmla="*/ 130364 w 703288"/>
                <a:gd name="connsiteY24" fmla="*/ 485117 h 1165990"/>
                <a:gd name="connsiteX25" fmla="*/ 139015 w 703288"/>
                <a:gd name="connsiteY25" fmla="*/ 448933 h 1165990"/>
                <a:gd name="connsiteX26" fmla="*/ 151085 w 703288"/>
                <a:gd name="connsiteY26" fmla="*/ 379658 h 1165990"/>
                <a:gd name="connsiteX27" fmla="*/ 171727 w 703288"/>
                <a:gd name="connsiteY27" fmla="*/ 346987 h 1165990"/>
                <a:gd name="connsiteX28" fmla="*/ 184919 w 703288"/>
                <a:gd name="connsiteY28" fmla="*/ 300943 h 1165990"/>
                <a:gd name="connsiteX29" fmla="*/ 216737 w 703288"/>
                <a:gd name="connsiteY29" fmla="*/ 245387 h 1165990"/>
                <a:gd name="connsiteX30" fmla="*/ 241028 w 703288"/>
                <a:gd name="connsiteY30" fmla="*/ 208856 h 1165990"/>
                <a:gd name="connsiteX31" fmla="*/ 284752 w 703288"/>
                <a:gd name="connsiteY31" fmla="*/ 132170 h 1165990"/>
                <a:gd name="connsiteX32" fmla="*/ 388140 w 703288"/>
                <a:gd name="connsiteY32" fmla="*/ 215887 h 1165990"/>
                <a:gd name="connsiteX0" fmla="*/ 421667 w 703288"/>
                <a:gd name="connsiteY0" fmla="*/ 129452 h 1165990"/>
                <a:gd name="connsiteX1" fmla="*/ 426407 w 703288"/>
                <a:gd name="connsiteY1" fmla="*/ 327137 h 1165990"/>
                <a:gd name="connsiteX2" fmla="*/ 553011 w 703288"/>
                <a:gd name="connsiteY2" fmla="*/ 11170 h 1165990"/>
                <a:gd name="connsiteX3" fmla="*/ 621447 w 703288"/>
                <a:gd name="connsiteY3" fmla="*/ 75824 h 1165990"/>
                <a:gd name="connsiteX4" fmla="*/ 651265 w 703288"/>
                <a:gd name="connsiteY4" fmla="*/ 122005 h 1165990"/>
                <a:gd name="connsiteX5" fmla="*/ 690022 w 703288"/>
                <a:gd name="connsiteY5" fmla="*/ 374972 h 1165990"/>
                <a:gd name="connsiteX6" fmla="*/ 701665 w 703288"/>
                <a:gd name="connsiteY6" fmla="*/ 500697 h 1165990"/>
                <a:gd name="connsiteX7" fmla="*/ 658434 w 703288"/>
                <a:gd name="connsiteY7" fmla="*/ 726229 h 1165990"/>
                <a:gd name="connsiteX8" fmla="*/ 668207 w 703288"/>
                <a:gd name="connsiteY8" fmla="*/ 818041 h 1165990"/>
                <a:gd name="connsiteX9" fmla="*/ 633585 w 703288"/>
                <a:gd name="connsiteY9" fmla="*/ 937287 h 1165990"/>
                <a:gd name="connsiteX10" fmla="*/ 579011 w 703288"/>
                <a:gd name="connsiteY10" fmla="*/ 1111813 h 1165990"/>
                <a:gd name="connsiteX11" fmla="*/ 527703 w 703288"/>
                <a:gd name="connsiteY11" fmla="*/ 1139936 h 1165990"/>
                <a:gd name="connsiteX12" fmla="*/ 441156 w 703288"/>
                <a:gd name="connsiteY12" fmla="*/ 1163509 h 1165990"/>
                <a:gd name="connsiteX13" fmla="*/ 315185 w 703288"/>
                <a:gd name="connsiteY13" fmla="*/ 1165990 h 1165990"/>
                <a:gd name="connsiteX14" fmla="*/ 183173 w 703288"/>
                <a:gd name="connsiteY14" fmla="*/ 1144347 h 1165990"/>
                <a:gd name="connsiteX15" fmla="*/ 81190 w 703288"/>
                <a:gd name="connsiteY15" fmla="*/ 1119395 h 1165990"/>
                <a:gd name="connsiteX16" fmla="*/ 36717 w 703288"/>
                <a:gd name="connsiteY16" fmla="*/ 1063425 h 1165990"/>
                <a:gd name="connsiteX17" fmla="*/ 3594 w 703288"/>
                <a:gd name="connsiteY17" fmla="*/ 940046 h 1165990"/>
                <a:gd name="connsiteX18" fmla="*/ 2022 w 703288"/>
                <a:gd name="connsiteY18" fmla="*/ 833068 h 1165990"/>
                <a:gd name="connsiteX19" fmla="*/ 13654 w 703288"/>
                <a:gd name="connsiteY19" fmla="*/ 732570 h 1165990"/>
                <a:gd name="connsiteX20" fmla="*/ 30725 w 703288"/>
                <a:gd name="connsiteY20" fmla="*/ 658266 h 1165990"/>
                <a:gd name="connsiteX21" fmla="*/ 60758 w 703288"/>
                <a:gd name="connsiteY21" fmla="*/ 606708 h 1165990"/>
                <a:gd name="connsiteX22" fmla="*/ 96453 w 703288"/>
                <a:gd name="connsiteY22" fmla="*/ 564523 h 1165990"/>
                <a:gd name="connsiteX23" fmla="*/ 115310 w 703288"/>
                <a:gd name="connsiteY23" fmla="*/ 554324 h 1165990"/>
                <a:gd name="connsiteX24" fmla="*/ 130364 w 703288"/>
                <a:gd name="connsiteY24" fmla="*/ 485117 h 1165990"/>
                <a:gd name="connsiteX25" fmla="*/ 139015 w 703288"/>
                <a:gd name="connsiteY25" fmla="*/ 448933 h 1165990"/>
                <a:gd name="connsiteX26" fmla="*/ 151085 w 703288"/>
                <a:gd name="connsiteY26" fmla="*/ 379658 h 1165990"/>
                <a:gd name="connsiteX27" fmla="*/ 171727 w 703288"/>
                <a:gd name="connsiteY27" fmla="*/ 346987 h 1165990"/>
                <a:gd name="connsiteX28" fmla="*/ 184919 w 703288"/>
                <a:gd name="connsiteY28" fmla="*/ 300943 h 1165990"/>
                <a:gd name="connsiteX29" fmla="*/ 216737 w 703288"/>
                <a:gd name="connsiteY29" fmla="*/ 245387 h 1165990"/>
                <a:gd name="connsiteX30" fmla="*/ 241028 w 703288"/>
                <a:gd name="connsiteY30" fmla="*/ 208856 h 1165990"/>
                <a:gd name="connsiteX31" fmla="*/ 284752 w 703288"/>
                <a:gd name="connsiteY31" fmla="*/ 132170 h 1165990"/>
                <a:gd name="connsiteX32" fmla="*/ 421667 w 703288"/>
                <a:gd name="connsiteY32" fmla="*/ 129452 h 1165990"/>
                <a:gd name="connsiteX0" fmla="*/ 421667 w 703288"/>
                <a:gd name="connsiteY0" fmla="*/ 118372 h 1154910"/>
                <a:gd name="connsiteX1" fmla="*/ 500912 w 703288"/>
                <a:gd name="connsiteY1" fmla="*/ 79496 h 1154910"/>
                <a:gd name="connsiteX2" fmla="*/ 553011 w 703288"/>
                <a:gd name="connsiteY2" fmla="*/ 90 h 1154910"/>
                <a:gd name="connsiteX3" fmla="*/ 621447 w 703288"/>
                <a:gd name="connsiteY3" fmla="*/ 64744 h 1154910"/>
                <a:gd name="connsiteX4" fmla="*/ 651265 w 703288"/>
                <a:gd name="connsiteY4" fmla="*/ 110925 h 1154910"/>
                <a:gd name="connsiteX5" fmla="*/ 690022 w 703288"/>
                <a:gd name="connsiteY5" fmla="*/ 363892 h 1154910"/>
                <a:gd name="connsiteX6" fmla="*/ 701665 w 703288"/>
                <a:gd name="connsiteY6" fmla="*/ 489617 h 1154910"/>
                <a:gd name="connsiteX7" fmla="*/ 658434 w 703288"/>
                <a:gd name="connsiteY7" fmla="*/ 715149 h 1154910"/>
                <a:gd name="connsiteX8" fmla="*/ 668207 w 703288"/>
                <a:gd name="connsiteY8" fmla="*/ 806961 h 1154910"/>
                <a:gd name="connsiteX9" fmla="*/ 633585 w 703288"/>
                <a:gd name="connsiteY9" fmla="*/ 926207 h 1154910"/>
                <a:gd name="connsiteX10" fmla="*/ 579011 w 703288"/>
                <a:gd name="connsiteY10" fmla="*/ 1100733 h 1154910"/>
                <a:gd name="connsiteX11" fmla="*/ 527703 w 703288"/>
                <a:gd name="connsiteY11" fmla="*/ 1128856 h 1154910"/>
                <a:gd name="connsiteX12" fmla="*/ 441156 w 703288"/>
                <a:gd name="connsiteY12" fmla="*/ 1152429 h 1154910"/>
                <a:gd name="connsiteX13" fmla="*/ 315185 w 703288"/>
                <a:gd name="connsiteY13" fmla="*/ 1154910 h 1154910"/>
                <a:gd name="connsiteX14" fmla="*/ 183173 w 703288"/>
                <a:gd name="connsiteY14" fmla="*/ 1133267 h 1154910"/>
                <a:gd name="connsiteX15" fmla="*/ 81190 w 703288"/>
                <a:gd name="connsiteY15" fmla="*/ 1108315 h 1154910"/>
                <a:gd name="connsiteX16" fmla="*/ 36717 w 703288"/>
                <a:gd name="connsiteY16" fmla="*/ 1052345 h 1154910"/>
                <a:gd name="connsiteX17" fmla="*/ 3594 w 703288"/>
                <a:gd name="connsiteY17" fmla="*/ 928966 h 1154910"/>
                <a:gd name="connsiteX18" fmla="*/ 2022 w 703288"/>
                <a:gd name="connsiteY18" fmla="*/ 821988 h 1154910"/>
                <a:gd name="connsiteX19" fmla="*/ 13654 w 703288"/>
                <a:gd name="connsiteY19" fmla="*/ 721490 h 1154910"/>
                <a:gd name="connsiteX20" fmla="*/ 30725 w 703288"/>
                <a:gd name="connsiteY20" fmla="*/ 647186 h 1154910"/>
                <a:gd name="connsiteX21" fmla="*/ 60758 w 703288"/>
                <a:gd name="connsiteY21" fmla="*/ 595628 h 1154910"/>
                <a:gd name="connsiteX22" fmla="*/ 96453 w 703288"/>
                <a:gd name="connsiteY22" fmla="*/ 553443 h 1154910"/>
                <a:gd name="connsiteX23" fmla="*/ 115310 w 703288"/>
                <a:gd name="connsiteY23" fmla="*/ 543244 h 1154910"/>
                <a:gd name="connsiteX24" fmla="*/ 130364 w 703288"/>
                <a:gd name="connsiteY24" fmla="*/ 474037 h 1154910"/>
                <a:gd name="connsiteX25" fmla="*/ 139015 w 703288"/>
                <a:gd name="connsiteY25" fmla="*/ 437853 h 1154910"/>
                <a:gd name="connsiteX26" fmla="*/ 151085 w 703288"/>
                <a:gd name="connsiteY26" fmla="*/ 368578 h 1154910"/>
                <a:gd name="connsiteX27" fmla="*/ 171727 w 703288"/>
                <a:gd name="connsiteY27" fmla="*/ 335907 h 1154910"/>
                <a:gd name="connsiteX28" fmla="*/ 184919 w 703288"/>
                <a:gd name="connsiteY28" fmla="*/ 289863 h 1154910"/>
                <a:gd name="connsiteX29" fmla="*/ 216737 w 703288"/>
                <a:gd name="connsiteY29" fmla="*/ 234307 h 1154910"/>
                <a:gd name="connsiteX30" fmla="*/ 241028 w 703288"/>
                <a:gd name="connsiteY30" fmla="*/ 197776 h 1154910"/>
                <a:gd name="connsiteX31" fmla="*/ 284752 w 703288"/>
                <a:gd name="connsiteY31" fmla="*/ 121090 h 1154910"/>
                <a:gd name="connsiteX32" fmla="*/ 421667 w 703288"/>
                <a:gd name="connsiteY32" fmla="*/ 118372 h 1154910"/>
                <a:gd name="connsiteX0" fmla="*/ 432843 w 703288"/>
                <a:gd name="connsiteY0" fmla="*/ 14777 h 1165046"/>
                <a:gd name="connsiteX1" fmla="*/ 500912 w 703288"/>
                <a:gd name="connsiteY1" fmla="*/ 89632 h 1165046"/>
                <a:gd name="connsiteX2" fmla="*/ 553011 w 703288"/>
                <a:gd name="connsiteY2" fmla="*/ 10226 h 1165046"/>
                <a:gd name="connsiteX3" fmla="*/ 621447 w 703288"/>
                <a:gd name="connsiteY3" fmla="*/ 74880 h 1165046"/>
                <a:gd name="connsiteX4" fmla="*/ 651265 w 703288"/>
                <a:gd name="connsiteY4" fmla="*/ 121061 h 1165046"/>
                <a:gd name="connsiteX5" fmla="*/ 690022 w 703288"/>
                <a:gd name="connsiteY5" fmla="*/ 374028 h 1165046"/>
                <a:gd name="connsiteX6" fmla="*/ 701665 w 703288"/>
                <a:gd name="connsiteY6" fmla="*/ 499753 h 1165046"/>
                <a:gd name="connsiteX7" fmla="*/ 658434 w 703288"/>
                <a:gd name="connsiteY7" fmla="*/ 725285 h 1165046"/>
                <a:gd name="connsiteX8" fmla="*/ 668207 w 703288"/>
                <a:gd name="connsiteY8" fmla="*/ 817097 h 1165046"/>
                <a:gd name="connsiteX9" fmla="*/ 633585 w 703288"/>
                <a:gd name="connsiteY9" fmla="*/ 936343 h 1165046"/>
                <a:gd name="connsiteX10" fmla="*/ 579011 w 703288"/>
                <a:gd name="connsiteY10" fmla="*/ 1110869 h 1165046"/>
                <a:gd name="connsiteX11" fmla="*/ 527703 w 703288"/>
                <a:gd name="connsiteY11" fmla="*/ 1138992 h 1165046"/>
                <a:gd name="connsiteX12" fmla="*/ 441156 w 703288"/>
                <a:gd name="connsiteY12" fmla="*/ 1162565 h 1165046"/>
                <a:gd name="connsiteX13" fmla="*/ 315185 w 703288"/>
                <a:gd name="connsiteY13" fmla="*/ 1165046 h 1165046"/>
                <a:gd name="connsiteX14" fmla="*/ 183173 w 703288"/>
                <a:gd name="connsiteY14" fmla="*/ 1143403 h 1165046"/>
                <a:gd name="connsiteX15" fmla="*/ 81190 w 703288"/>
                <a:gd name="connsiteY15" fmla="*/ 1118451 h 1165046"/>
                <a:gd name="connsiteX16" fmla="*/ 36717 w 703288"/>
                <a:gd name="connsiteY16" fmla="*/ 1062481 h 1165046"/>
                <a:gd name="connsiteX17" fmla="*/ 3594 w 703288"/>
                <a:gd name="connsiteY17" fmla="*/ 939102 h 1165046"/>
                <a:gd name="connsiteX18" fmla="*/ 2022 w 703288"/>
                <a:gd name="connsiteY18" fmla="*/ 832124 h 1165046"/>
                <a:gd name="connsiteX19" fmla="*/ 13654 w 703288"/>
                <a:gd name="connsiteY19" fmla="*/ 731626 h 1165046"/>
                <a:gd name="connsiteX20" fmla="*/ 30725 w 703288"/>
                <a:gd name="connsiteY20" fmla="*/ 657322 h 1165046"/>
                <a:gd name="connsiteX21" fmla="*/ 60758 w 703288"/>
                <a:gd name="connsiteY21" fmla="*/ 605764 h 1165046"/>
                <a:gd name="connsiteX22" fmla="*/ 96453 w 703288"/>
                <a:gd name="connsiteY22" fmla="*/ 563579 h 1165046"/>
                <a:gd name="connsiteX23" fmla="*/ 115310 w 703288"/>
                <a:gd name="connsiteY23" fmla="*/ 553380 h 1165046"/>
                <a:gd name="connsiteX24" fmla="*/ 130364 w 703288"/>
                <a:gd name="connsiteY24" fmla="*/ 484173 h 1165046"/>
                <a:gd name="connsiteX25" fmla="*/ 139015 w 703288"/>
                <a:gd name="connsiteY25" fmla="*/ 447989 h 1165046"/>
                <a:gd name="connsiteX26" fmla="*/ 151085 w 703288"/>
                <a:gd name="connsiteY26" fmla="*/ 378714 h 1165046"/>
                <a:gd name="connsiteX27" fmla="*/ 171727 w 703288"/>
                <a:gd name="connsiteY27" fmla="*/ 346043 h 1165046"/>
                <a:gd name="connsiteX28" fmla="*/ 184919 w 703288"/>
                <a:gd name="connsiteY28" fmla="*/ 299999 h 1165046"/>
                <a:gd name="connsiteX29" fmla="*/ 216737 w 703288"/>
                <a:gd name="connsiteY29" fmla="*/ 244443 h 1165046"/>
                <a:gd name="connsiteX30" fmla="*/ 241028 w 703288"/>
                <a:gd name="connsiteY30" fmla="*/ 207912 h 1165046"/>
                <a:gd name="connsiteX31" fmla="*/ 284752 w 703288"/>
                <a:gd name="connsiteY31" fmla="*/ 131226 h 1165046"/>
                <a:gd name="connsiteX32" fmla="*/ 432843 w 703288"/>
                <a:gd name="connsiteY32" fmla="*/ 14777 h 1165046"/>
                <a:gd name="connsiteX0" fmla="*/ 432843 w 703288"/>
                <a:gd name="connsiteY0" fmla="*/ 48386 h 1198655"/>
                <a:gd name="connsiteX1" fmla="*/ 355627 w 703288"/>
                <a:gd name="connsiteY1" fmla="*/ 411 h 1198655"/>
                <a:gd name="connsiteX2" fmla="*/ 553011 w 703288"/>
                <a:gd name="connsiteY2" fmla="*/ 43835 h 1198655"/>
                <a:gd name="connsiteX3" fmla="*/ 621447 w 703288"/>
                <a:gd name="connsiteY3" fmla="*/ 108489 h 1198655"/>
                <a:gd name="connsiteX4" fmla="*/ 651265 w 703288"/>
                <a:gd name="connsiteY4" fmla="*/ 154670 h 1198655"/>
                <a:gd name="connsiteX5" fmla="*/ 690022 w 703288"/>
                <a:gd name="connsiteY5" fmla="*/ 407637 h 1198655"/>
                <a:gd name="connsiteX6" fmla="*/ 701665 w 703288"/>
                <a:gd name="connsiteY6" fmla="*/ 533362 h 1198655"/>
                <a:gd name="connsiteX7" fmla="*/ 658434 w 703288"/>
                <a:gd name="connsiteY7" fmla="*/ 758894 h 1198655"/>
                <a:gd name="connsiteX8" fmla="*/ 668207 w 703288"/>
                <a:gd name="connsiteY8" fmla="*/ 850706 h 1198655"/>
                <a:gd name="connsiteX9" fmla="*/ 633585 w 703288"/>
                <a:gd name="connsiteY9" fmla="*/ 969952 h 1198655"/>
                <a:gd name="connsiteX10" fmla="*/ 579011 w 703288"/>
                <a:gd name="connsiteY10" fmla="*/ 1144478 h 1198655"/>
                <a:gd name="connsiteX11" fmla="*/ 527703 w 703288"/>
                <a:gd name="connsiteY11" fmla="*/ 1172601 h 1198655"/>
                <a:gd name="connsiteX12" fmla="*/ 441156 w 703288"/>
                <a:gd name="connsiteY12" fmla="*/ 1196174 h 1198655"/>
                <a:gd name="connsiteX13" fmla="*/ 315185 w 703288"/>
                <a:gd name="connsiteY13" fmla="*/ 1198655 h 1198655"/>
                <a:gd name="connsiteX14" fmla="*/ 183173 w 703288"/>
                <a:gd name="connsiteY14" fmla="*/ 1177012 h 1198655"/>
                <a:gd name="connsiteX15" fmla="*/ 81190 w 703288"/>
                <a:gd name="connsiteY15" fmla="*/ 1152060 h 1198655"/>
                <a:gd name="connsiteX16" fmla="*/ 36717 w 703288"/>
                <a:gd name="connsiteY16" fmla="*/ 1096090 h 1198655"/>
                <a:gd name="connsiteX17" fmla="*/ 3594 w 703288"/>
                <a:gd name="connsiteY17" fmla="*/ 972711 h 1198655"/>
                <a:gd name="connsiteX18" fmla="*/ 2022 w 703288"/>
                <a:gd name="connsiteY18" fmla="*/ 865733 h 1198655"/>
                <a:gd name="connsiteX19" fmla="*/ 13654 w 703288"/>
                <a:gd name="connsiteY19" fmla="*/ 765235 h 1198655"/>
                <a:gd name="connsiteX20" fmla="*/ 30725 w 703288"/>
                <a:gd name="connsiteY20" fmla="*/ 690931 h 1198655"/>
                <a:gd name="connsiteX21" fmla="*/ 60758 w 703288"/>
                <a:gd name="connsiteY21" fmla="*/ 639373 h 1198655"/>
                <a:gd name="connsiteX22" fmla="*/ 96453 w 703288"/>
                <a:gd name="connsiteY22" fmla="*/ 597188 h 1198655"/>
                <a:gd name="connsiteX23" fmla="*/ 115310 w 703288"/>
                <a:gd name="connsiteY23" fmla="*/ 586989 h 1198655"/>
                <a:gd name="connsiteX24" fmla="*/ 130364 w 703288"/>
                <a:gd name="connsiteY24" fmla="*/ 517782 h 1198655"/>
                <a:gd name="connsiteX25" fmla="*/ 139015 w 703288"/>
                <a:gd name="connsiteY25" fmla="*/ 481598 h 1198655"/>
                <a:gd name="connsiteX26" fmla="*/ 151085 w 703288"/>
                <a:gd name="connsiteY26" fmla="*/ 412323 h 1198655"/>
                <a:gd name="connsiteX27" fmla="*/ 171727 w 703288"/>
                <a:gd name="connsiteY27" fmla="*/ 379652 h 1198655"/>
                <a:gd name="connsiteX28" fmla="*/ 184919 w 703288"/>
                <a:gd name="connsiteY28" fmla="*/ 333608 h 1198655"/>
                <a:gd name="connsiteX29" fmla="*/ 216737 w 703288"/>
                <a:gd name="connsiteY29" fmla="*/ 278052 h 1198655"/>
                <a:gd name="connsiteX30" fmla="*/ 241028 w 703288"/>
                <a:gd name="connsiteY30" fmla="*/ 241521 h 1198655"/>
                <a:gd name="connsiteX31" fmla="*/ 284752 w 703288"/>
                <a:gd name="connsiteY31" fmla="*/ 164835 h 1198655"/>
                <a:gd name="connsiteX32" fmla="*/ 432843 w 703288"/>
                <a:gd name="connsiteY32" fmla="*/ 48386 h 1198655"/>
                <a:gd name="connsiteX0" fmla="*/ 363926 w 703288"/>
                <a:gd name="connsiteY0" fmla="*/ 66508 h 1198580"/>
                <a:gd name="connsiteX1" fmla="*/ 355627 w 703288"/>
                <a:gd name="connsiteY1" fmla="*/ 336 h 1198580"/>
                <a:gd name="connsiteX2" fmla="*/ 553011 w 703288"/>
                <a:gd name="connsiteY2" fmla="*/ 43760 h 1198580"/>
                <a:gd name="connsiteX3" fmla="*/ 621447 w 703288"/>
                <a:gd name="connsiteY3" fmla="*/ 108414 h 1198580"/>
                <a:gd name="connsiteX4" fmla="*/ 651265 w 703288"/>
                <a:gd name="connsiteY4" fmla="*/ 154595 h 1198580"/>
                <a:gd name="connsiteX5" fmla="*/ 690022 w 703288"/>
                <a:gd name="connsiteY5" fmla="*/ 407562 h 1198580"/>
                <a:gd name="connsiteX6" fmla="*/ 701665 w 703288"/>
                <a:gd name="connsiteY6" fmla="*/ 533287 h 1198580"/>
                <a:gd name="connsiteX7" fmla="*/ 658434 w 703288"/>
                <a:gd name="connsiteY7" fmla="*/ 758819 h 1198580"/>
                <a:gd name="connsiteX8" fmla="*/ 668207 w 703288"/>
                <a:gd name="connsiteY8" fmla="*/ 850631 h 1198580"/>
                <a:gd name="connsiteX9" fmla="*/ 633585 w 703288"/>
                <a:gd name="connsiteY9" fmla="*/ 969877 h 1198580"/>
                <a:gd name="connsiteX10" fmla="*/ 579011 w 703288"/>
                <a:gd name="connsiteY10" fmla="*/ 1144403 h 1198580"/>
                <a:gd name="connsiteX11" fmla="*/ 527703 w 703288"/>
                <a:gd name="connsiteY11" fmla="*/ 1172526 h 1198580"/>
                <a:gd name="connsiteX12" fmla="*/ 441156 w 703288"/>
                <a:gd name="connsiteY12" fmla="*/ 1196099 h 1198580"/>
                <a:gd name="connsiteX13" fmla="*/ 315185 w 703288"/>
                <a:gd name="connsiteY13" fmla="*/ 1198580 h 1198580"/>
                <a:gd name="connsiteX14" fmla="*/ 183173 w 703288"/>
                <a:gd name="connsiteY14" fmla="*/ 1176937 h 1198580"/>
                <a:gd name="connsiteX15" fmla="*/ 81190 w 703288"/>
                <a:gd name="connsiteY15" fmla="*/ 1151985 h 1198580"/>
                <a:gd name="connsiteX16" fmla="*/ 36717 w 703288"/>
                <a:gd name="connsiteY16" fmla="*/ 1096015 h 1198580"/>
                <a:gd name="connsiteX17" fmla="*/ 3594 w 703288"/>
                <a:gd name="connsiteY17" fmla="*/ 972636 h 1198580"/>
                <a:gd name="connsiteX18" fmla="*/ 2022 w 703288"/>
                <a:gd name="connsiteY18" fmla="*/ 865658 h 1198580"/>
                <a:gd name="connsiteX19" fmla="*/ 13654 w 703288"/>
                <a:gd name="connsiteY19" fmla="*/ 765160 h 1198580"/>
                <a:gd name="connsiteX20" fmla="*/ 30725 w 703288"/>
                <a:gd name="connsiteY20" fmla="*/ 690856 h 1198580"/>
                <a:gd name="connsiteX21" fmla="*/ 60758 w 703288"/>
                <a:gd name="connsiteY21" fmla="*/ 639298 h 1198580"/>
                <a:gd name="connsiteX22" fmla="*/ 96453 w 703288"/>
                <a:gd name="connsiteY22" fmla="*/ 597113 h 1198580"/>
                <a:gd name="connsiteX23" fmla="*/ 115310 w 703288"/>
                <a:gd name="connsiteY23" fmla="*/ 586914 h 1198580"/>
                <a:gd name="connsiteX24" fmla="*/ 130364 w 703288"/>
                <a:gd name="connsiteY24" fmla="*/ 517707 h 1198580"/>
                <a:gd name="connsiteX25" fmla="*/ 139015 w 703288"/>
                <a:gd name="connsiteY25" fmla="*/ 481523 h 1198580"/>
                <a:gd name="connsiteX26" fmla="*/ 151085 w 703288"/>
                <a:gd name="connsiteY26" fmla="*/ 412248 h 1198580"/>
                <a:gd name="connsiteX27" fmla="*/ 171727 w 703288"/>
                <a:gd name="connsiteY27" fmla="*/ 379577 h 1198580"/>
                <a:gd name="connsiteX28" fmla="*/ 184919 w 703288"/>
                <a:gd name="connsiteY28" fmla="*/ 333533 h 1198580"/>
                <a:gd name="connsiteX29" fmla="*/ 216737 w 703288"/>
                <a:gd name="connsiteY29" fmla="*/ 277977 h 1198580"/>
                <a:gd name="connsiteX30" fmla="*/ 241028 w 703288"/>
                <a:gd name="connsiteY30" fmla="*/ 241446 h 1198580"/>
                <a:gd name="connsiteX31" fmla="*/ 284752 w 703288"/>
                <a:gd name="connsiteY31" fmla="*/ 164760 h 1198580"/>
                <a:gd name="connsiteX32" fmla="*/ 363926 w 703288"/>
                <a:gd name="connsiteY32" fmla="*/ 66508 h 1198580"/>
                <a:gd name="connsiteX0" fmla="*/ 363926 w 703288"/>
                <a:gd name="connsiteY0" fmla="*/ 66508 h 1198580"/>
                <a:gd name="connsiteX1" fmla="*/ 355627 w 703288"/>
                <a:gd name="connsiteY1" fmla="*/ 336 h 1198580"/>
                <a:gd name="connsiteX2" fmla="*/ 553011 w 703288"/>
                <a:gd name="connsiteY2" fmla="*/ 43760 h 1198580"/>
                <a:gd name="connsiteX3" fmla="*/ 621447 w 703288"/>
                <a:gd name="connsiteY3" fmla="*/ 108414 h 1198580"/>
                <a:gd name="connsiteX4" fmla="*/ 651265 w 703288"/>
                <a:gd name="connsiteY4" fmla="*/ 154595 h 1198580"/>
                <a:gd name="connsiteX5" fmla="*/ 690022 w 703288"/>
                <a:gd name="connsiteY5" fmla="*/ 407562 h 1198580"/>
                <a:gd name="connsiteX6" fmla="*/ 701665 w 703288"/>
                <a:gd name="connsiteY6" fmla="*/ 533287 h 1198580"/>
                <a:gd name="connsiteX7" fmla="*/ 658434 w 703288"/>
                <a:gd name="connsiteY7" fmla="*/ 758819 h 1198580"/>
                <a:gd name="connsiteX8" fmla="*/ 668207 w 703288"/>
                <a:gd name="connsiteY8" fmla="*/ 850631 h 1198580"/>
                <a:gd name="connsiteX9" fmla="*/ 633585 w 703288"/>
                <a:gd name="connsiteY9" fmla="*/ 969877 h 1198580"/>
                <a:gd name="connsiteX10" fmla="*/ 579011 w 703288"/>
                <a:gd name="connsiteY10" fmla="*/ 1144403 h 1198580"/>
                <a:gd name="connsiteX11" fmla="*/ 527703 w 703288"/>
                <a:gd name="connsiteY11" fmla="*/ 1172526 h 1198580"/>
                <a:gd name="connsiteX12" fmla="*/ 441156 w 703288"/>
                <a:gd name="connsiteY12" fmla="*/ 1196099 h 1198580"/>
                <a:gd name="connsiteX13" fmla="*/ 315185 w 703288"/>
                <a:gd name="connsiteY13" fmla="*/ 1198580 h 1198580"/>
                <a:gd name="connsiteX14" fmla="*/ 183173 w 703288"/>
                <a:gd name="connsiteY14" fmla="*/ 1176937 h 1198580"/>
                <a:gd name="connsiteX15" fmla="*/ 81190 w 703288"/>
                <a:gd name="connsiteY15" fmla="*/ 1151985 h 1198580"/>
                <a:gd name="connsiteX16" fmla="*/ 36717 w 703288"/>
                <a:gd name="connsiteY16" fmla="*/ 1096015 h 1198580"/>
                <a:gd name="connsiteX17" fmla="*/ 3594 w 703288"/>
                <a:gd name="connsiteY17" fmla="*/ 972636 h 1198580"/>
                <a:gd name="connsiteX18" fmla="*/ 2022 w 703288"/>
                <a:gd name="connsiteY18" fmla="*/ 865658 h 1198580"/>
                <a:gd name="connsiteX19" fmla="*/ 13654 w 703288"/>
                <a:gd name="connsiteY19" fmla="*/ 765160 h 1198580"/>
                <a:gd name="connsiteX20" fmla="*/ 30725 w 703288"/>
                <a:gd name="connsiteY20" fmla="*/ 690856 h 1198580"/>
                <a:gd name="connsiteX21" fmla="*/ 60758 w 703288"/>
                <a:gd name="connsiteY21" fmla="*/ 639298 h 1198580"/>
                <a:gd name="connsiteX22" fmla="*/ 96453 w 703288"/>
                <a:gd name="connsiteY22" fmla="*/ 597113 h 1198580"/>
                <a:gd name="connsiteX23" fmla="*/ 115310 w 703288"/>
                <a:gd name="connsiteY23" fmla="*/ 586914 h 1198580"/>
                <a:gd name="connsiteX24" fmla="*/ 130364 w 703288"/>
                <a:gd name="connsiteY24" fmla="*/ 517707 h 1198580"/>
                <a:gd name="connsiteX25" fmla="*/ 139015 w 703288"/>
                <a:gd name="connsiteY25" fmla="*/ 481523 h 1198580"/>
                <a:gd name="connsiteX26" fmla="*/ 151085 w 703288"/>
                <a:gd name="connsiteY26" fmla="*/ 412248 h 1198580"/>
                <a:gd name="connsiteX27" fmla="*/ 171727 w 703288"/>
                <a:gd name="connsiteY27" fmla="*/ 379577 h 1198580"/>
                <a:gd name="connsiteX28" fmla="*/ 184919 w 703288"/>
                <a:gd name="connsiteY28" fmla="*/ 333533 h 1198580"/>
                <a:gd name="connsiteX29" fmla="*/ 216737 w 703288"/>
                <a:gd name="connsiteY29" fmla="*/ 277977 h 1198580"/>
                <a:gd name="connsiteX30" fmla="*/ 241028 w 703288"/>
                <a:gd name="connsiteY30" fmla="*/ 241446 h 1198580"/>
                <a:gd name="connsiteX31" fmla="*/ 402098 w 703288"/>
                <a:gd name="connsiteY31" fmla="*/ 237548 h 1198580"/>
                <a:gd name="connsiteX32" fmla="*/ 363926 w 703288"/>
                <a:gd name="connsiteY32" fmla="*/ 66508 h 1198580"/>
                <a:gd name="connsiteX0" fmla="*/ 533425 w 703288"/>
                <a:gd name="connsiteY0" fmla="*/ 7981 h 1481247"/>
                <a:gd name="connsiteX1" fmla="*/ 355627 w 703288"/>
                <a:gd name="connsiteY1" fmla="*/ 283003 h 1481247"/>
                <a:gd name="connsiteX2" fmla="*/ 553011 w 703288"/>
                <a:gd name="connsiteY2" fmla="*/ 326427 h 1481247"/>
                <a:gd name="connsiteX3" fmla="*/ 621447 w 703288"/>
                <a:gd name="connsiteY3" fmla="*/ 391081 h 1481247"/>
                <a:gd name="connsiteX4" fmla="*/ 651265 w 703288"/>
                <a:gd name="connsiteY4" fmla="*/ 437262 h 1481247"/>
                <a:gd name="connsiteX5" fmla="*/ 690022 w 703288"/>
                <a:gd name="connsiteY5" fmla="*/ 690229 h 1481247"/>
                <a:gd name="connsiteX6" fmla="*/ 701665 w 703288"/>
                <a:gd name="connsiteY6" fmla="*/ 815954 h 1481247"/>
                <a:gd name="connsiteX7" fmla="*/ 658434 w 703288"/>
                <a:gd name="connsiteY7" fmla="*/ 1041486 h 1481247"/>
                <a:gd name="connsiteX8" fmla="*/ 668207 w 703288"/>
                <a:gd name="connsiteY8" fmla="*/ 1133298 h 1481247"/>
                <a:gd name="connsiteX9" fmla="*/ 633585 w 703288"/>
                <a:gd name="connsiteY9" fmla="*/ 1252544 h 1481247"/>
                <a:gd name="connsiteX10" fmla="*/ 579011 w 703288"/>
                <a:gd name="connsiteY10" fmla="*/ 1427070 h 1481247"/>
                <a:gd name="connsiteX11" fmla="*/ 527703 w 703288"/>
                <a:gd name="connsiteY11" fmla="*/ 1455193 h 1481247"/>
                <a:gd name="connsiteX12" fmla="*/ 441156 w 703288"/>
                <a:gd name="connsiteY12" fmla="*/ 1478766 h 1481247"/>
                <a:gd name="connsiteX13" fmla="*/ 315185 w 703288"/>
                <a:gd name="connsiteY13" fmla="*/ 1481247 h 1481247"/>
                <a:gd name="connsiteX14" fmla="*/ 183173 w 703288"/>
                <a:gd name="connsiteY14" fmla="*/ 1459604 h 1481247"/>
                <a:gd name="connsiteX15" fmla="*/ 81190 w 703288"/>
                <a:gd name="connsiteY15" fmla="*/ 1434652 h 1481247"/>
                <a:gd name="connsiteX16" fmla="*/ 36717 w 703288"/>
                <a:gd name="connsiteY16" fmla="*/ 1378682 h 1481247"/>
                <a:gd name="connsiteX17" fmla="*/ 3594 w 703288"/>
                <a:gd name="connsiteY17" fmla="*/ 1255303 h 1481247"/>
                <a:gd name="connsiteX18" fmla="*/ 2022 w 703288"/>
                <a:gd name="connsiteY18" fmla="*/ 1148325 h 1481247"/>
                <a:gd name="connsiteX19" fmla="*/ 13654 w 703288"/>
                <a:gd name="connsiteY19" fmla="*/ 1047827 h 1481247"/>
                <a:gd name="connsiteX20" fmla="*/ 30725 w 703288"/>
                <a:gd name="connsiteY20" fmla="*/ 973523 h 1481247"/>
                <a:gd name="connsiteX21" fmla="*/ 60758 w 703288"/>
                <a:gd name="connsiteY21" fmla="*/ 921965 h 1481247"/>
                <a:gd name="connsiteX22" fmla="*/ 96453 w 703288"/>
                <a:gd name="connsiteY22" fmla="*/ 879780 h 1481247"/>
                <a:gd name="connsiteX23" fmla="*/ 115310 w 703288"/>
                <a:gd name="connsiteY23" fmla="*/ 869581 h 1481247"/>
                <a:gd name="connsiteX24" fmla="*/ 130364 w 703288"/>
                <a:gd name="connsiteY24" fmla="*/ 800374 h 1481247"/>
                <a:gd name="connsiteX25" fmla="*/ 139015 w 703288"/>
                <a:gd name="connsiteY25" fmla="*/ 764190 h 1481247"/>
                <a:gd name="connsiteX26" fmla="*/ 151085 w 703288"/>
                <a:gd name="connsiteY26" fmla="*/ 694915 h 1481247"/>
                <a:gd name="connsiteX27" fmla="*/ 171727 w 703288"/>
                <a:gd name="connsiteY27" fmla="*/ 662244 h 1481247"/>
                <a:gd name="connsiteX28" fmla="*/ 184919 w 703288"/>
                <a:gd name="connsiteY28" fmla="*/ 616200 h 1481247"/>
                <a:gd name="connsiteX29" fmla="*/ 216737 w 703288"/>
                <a:gd name="connsiteY29" fmla="*/ 560644 h 1481247"/>
                <a:gd name="connsiteX30" fmla="*/ 241028 w 703288"/>
                <a:gd name="connsiteY30" fmla="*/ 524113 h 1481247"/>
                <a:gd name="connsiteX31" fmla="*/ 402098 w 703288"/>
                <a:gd name="connsiteY31" fmla="*/ 520215 h 1481247"/>
                <a:gd name="connsiteX32" fmla="*/ 533425 w 703288"/>
                <a:gd name="connsiteY32" fmla="*/ 7981 h 1481247"/>
                <a:gd name="connsiteX0" fmla="*/ 533425 w 703288"/>
                <a:gd name="connsiteY0" fmla="*/ 40882 h 1514148"/>
                <a:gd name="connsiteX1" fmla="*/ 689037 w 703288"/>
                <a:gd name="connsiteY1" fmla="*/ 42949 h 1514148"/>
                <a:gd name="connsiteX2" fmla="*/ 553011 w 703288"/>
                <a:gd name="connsiteY2" fmla="*/ 359328 h 1514148"/>
                <a:gd name="connsiteX3" fmla="*/ 621447 w 703288"/>
                <a:gd name="connsiteY3" fmla="*/ 423982 h 1514148"/>
                <a:gd name="connsiteX4" fmla="*/ 651265 w 703288"/>
                <a:gd name="connsiteY4" fmla="*/ 470163 h 1514148"/>
                <a:gd name="connsiteX5" fmla="*/ 690022 w 703288"/>
                <a:gd name="connsiteY5" fmla="*/ 723130 h 1514148"/>
                <a:gd name="connsiteX6" fmla="*/ 701665 w 703288"/>
                <a:gd name="connsiteY6" fmla="*/ 848855 h 1514148"/>
                <a:gd name="connsiteX7" fmla="*/ 658434 w 703288"/>
                <a:gd name="connsiteY7" fmla="*/ 1074387 h 1514148"/>
                <a:gd name="connsiteX8" fmla="*/ 668207 w 703288"/>
                <a:gd name="connsiteY8" fmla="*/ 1166199 h 1514148"/>
                <a:gd name="connsiteX9" fmla="*/ 633585 w 703288"/>
                <a:gd name="connsiteY9" fmla="*/ 1285445 h 1514148"/>
                <a:gd name="connsiteX10" fmla="*/ 579011 w 703288"/>
                <a:gd name="connsiteY10" fmla="*/ 1459971 h 1514148"/>
                <a:gd name="connsiteX11" fmla="*/ 527703 w 703288"/>
                <a:gd name="connsiteY11" fmla="*/ 1488094 h 1514148"/>
                <a:gd name="connsiteX12" fmla="*/ 441156 w 703288"/>
                <a:gd name="connsiteY12" fmla="*/ 1511667 h 1514148"/>
                <a:gd name="connsiteX13" fmla="*/ 315185 w 703288"/>
                <a:gd name="connsiteY13" fmla="*/ 1514148 h 1514148"/>
                <a:gd name="connsiteX14" fmla="*/ 183173 w 703288"/>
                <a:gd name="connsiteY14" fmla="*/ 1492505 h 1514148"/>
                <a:gd name="connsiteX15" fmla="*/ 81190 w 703288"/>
                <a:gd name="connsiteY15" fmla="*/ 1467553 h 1514148"/>
                <a:gd name="connsiteX16" fmla="*/ 36717 w 703288"/>
                <a:gd name="connsiteY16" fmla="*/ 1411583 h 1514148"/>
                <a:gd name="connsiteX17" fmla="*/ 3594 w 703288"/>
                <a:gd name="connsiteY17" fmla="*/ 1288204 h 1514148"/>
                <a:gd name="connsiteX18" fmla="*/ 2022 w 703288"/>
                <a:gd name="connsiteY18" fmla="*/ 1181226 h 1514148"/>
                <a:gd name="connsiteX19" fmla="*/ 13654 w 703288"/>
                <a:gd name="connsiteY19" fmla="*/ 1080728 h 1514148"/>
                <a:gd name="connsiteX20" fmla="*/ 30725 w 703288"/>
                <a:gd name="connsiteY20" fmla="*/ 1006424 h 1514148"/>
                <a:gd name="connsiteX21" fmla="*/ 60758 w 703288"/>
                <a:gd name="connsiteY21" fmla="*/ 954866 h 1514148"/>
                <a:gd name="connsiteX22" fmla="*/ 96453 w 703288"/>
                <a:gd name="connsiteY22" fmla="*/ 912681 h 1514148"/>
                <a:gd name="connsiteX23" fmla="*/ 115310 w 703288"/>
                <a:gd name="connsiteY23" fmla="*/ 902482 h 1514148"/>
                <a:gd name="connsiteX24" fmla="*/ 130364 w 703288"/>
                <a:gd name="connsiteY24" fmla="*/ 833275 h 1514148"/>
                <a:gd name="connsiteX25" fmla="*/ 139015 w 703288"/>
                <a:gd name="connsiteY25" fmla="*/ 797091 h 1514148"/>
                <a:gd name="connsiteX26" fmla="*/ 151085 w 703288"/>
                <a:gd name="connsiteY26" fmla="*/ 727816 h 1514148"/>
                <a:gd name="connsiteX27" fmla="*/ 171727 w 703288"/>
                <a:gd name="connsiteY27" fmla="*/ 695145 h 1514148"/>
                <a:gd name="connsiteX28" fmla="*/ 184919 w 703288"/>
                <a:gd name="connsiteY28" fmla="*/ 649101 h 1514148"/>
                <a:gd name="connsiteX29" fmla="*/ 216737 w 703288"/>
                <a:gd name="connsiteY29" fmla="*/ 593545 h 1514148"/>
                <a:gd name="connsiteX30" fmla="*/ 241028 w 703288"/>
                <a:gd name="connsiteY30" fmla="*/ 557014 h 1514148"/>
                <a:gd name="connsiteX31" fmla="*/ 402098 w 703288"/>
                <a:gd name="connsiteY31" fmla="*/ 553116 h 1514148"/>
                <a:gd name="connsiteX32" fmla="*/ 533425 w 703288"/>
                <a:gd name="connsiteY32" fmla="*/ 40882 h 1514148"/>
                <a:gd name="connsiteX0" fmla="*/ 533425 w 896307"/>
                <a:gd name="connsiteY0" fmla="*/ 30679 h 1503945"/>
                <a:gd name="connsiteX1" fmla="*/ 689037 w 896307"/>
                <a:gd name="connsiteY1" fmla="*/ 32746 h 1503945"/>
                <a:gd name="connsiteX2" fmla="*/ 895734 w 896307"/>
                <a:gd name="connsiteY2" fmla="*/ 158057 h 1503945"/>
                <a:gd name="connsiteX3" fmla="*/ 621447 w 896307"/>
                <a:gd name="connsiteY3" fmla="*/ 413779 h 1503945"/>
                <a:gd name="connsiteX4" fmla="*/ 651265 w 896307"/>
                <a:gd name="connsiteY4" fmla="*/ 459960 h 1503945"/>
                <a:gd name="connsiteX5" fmla="*/ 690022 w 896307"/>
                <a:gd name="connsiteY5" fmla="*/ 712927 h 1503945"/>
                <a:gd name="connsiteX6" fmla="*/ 701665 w 896307"/>
                <a:gd name="connsiteY6" fmla="*/ 838652 h 1503945"/>
                <a:gd name="connsiteX7" fmla="*/ 658434 w 896307"/>
                <a:gd name="connsiteY7" fmla="*/ 1064184 h 1503945"/>
                <a:gd name="connsiteX8" fmla="*/ 668207 w 896307"/>
                <a:gd name="connsiteY8" fmla="*/ 1155996 h 1503945"/>
                <a:gd name="connsiteX9" fmla="*/ 633585 w 896307"/>
                <a:gd name="connsiteY9" fmla="*/ 1275242 h 1503945"/>
                <a:gd name="connsiteX10" fmla="*/ 579011 w 896307"/>
                <a:gd name="connsiteY10" fmla="*/ 1449768 h 1503945"/>
                <a:gd name="connsiteX11" fmla="*/ 527703 w 896307"/>
                <a:gd name="connsiteY11" fmla="*/ 1477891 h 1503945"/>
                <a:gd name="connsiteX12" fmla="*/ 441156 w 896307"/>
                <a:gd name="connsiteY12" fmla="*/ 1501464 h 1503945"/>
                <a:gd name="connsiteX13" fmla="*/ 315185 w 896307"/>
                <a:gd name="connsiteY13" fmla="*/ 1503945 h 1503945"/>
                <a:gd name="connsiteX14" fmla="*/ 183173 w 896307"/>
                <a:gd name="connsiteY14" fmla="*/ 1482302 h 1503945"/>
                <a:gd name="connsiteX15" fmla="*/ 81190 w 896307"/>
                <a:gd name="connsiteY15" fmla="*/ 1457350 h 1503945"/>
                <a:gd name="connsiteX16" fmla="*/ 36717 w 896307"/>
                <a:gd name="connsiteY16" fmla="*/ 1401380 h 1503945"/>
                <a:gd name="connsiteX17" fmla="*/ 3594 w 896307"/>
                <a:gd name="connsiteY17" fmla="*/ 1278001 h 1503945"/>
                <a:gd name="connsiteX18" fmla="*/ 2022 w 896307"/>
                <a:gd name="connsiteY18" fmla="*/ 1171023 h 1503945"/>
                <a:gd name="connsiteX19" fmla="*/ 13654 w 896307"/>
                <a:gd name="connsiteY19" fmla="*/ 1070525 h 1503945"/>
                <a:gd name="connsiteX20" fmla="*/ 30725 w 896307"/>
                <a:gd name="connsiteY20" fmla="*/ 996221 h 1503945"/>
                <a:gd name="connsiteX21" fmla="*/ 60758 w 896307"/>
                <a:gd name="connsiteY21" fmla="*/ 944663 h 1503945"/>
                <a:gd name="connsiteX22" fmla="*/ 96453 w 896307"/>
                <a:gd name="connsiteY22" fmla="*/ 902478 h 1503945"/>
                <a:gd name="connsiteX23" fmla="*/ 115310 w 896307"/>
                <a:gd name="connsiteY23" fmla="*/ 892279 h 1503945"/>
                <a:gd name="connsiteX24" fmla="*/ 130364 w 896307"/>
                <a:gd name="connsiteY24" fmla="*/ 823072 h 1503945"/>
                <a:gd name="connsiteX25" fmla="*/ 139015 w 896307"/>
                <a:gd name="connsiteY25" fmla="*/ 786888 h 1503945"/>
                <a:gd name="connsiteX26" fmla="*/ 151085 w 896307"/>
                <a:gd name="connsiteY26" fmla="*/ 717613 h 1503945"/>
                <a:gd name="connsiteX27" fmla="*/ 171727 w 896307"/>
                <a:gd name="connsiteY27" fmla="*/ 684942 h 1503945"/>
                <a:gd name="connsiteX28" fmla="*/ 184919 w 896307"/>
                <a:gd name="connsiteY28" fmla="*/ 638898 h 1503945"/>
                <a:gd name="connsiteX29" fmla="*/ 216737 w 896307"/>
                <a:gd name="connsiteY29" fmla="*/ 583342 h 1503945"/>
                <a:gd name="connsiteX30" fmla="*/ 241028 w 896307"/>
                <a:gd name="connsiteY30" fmla="*/ 546811 h 1503945"/>
                <a:gd name="connsiteX31" fmla="*/ 402098 w 896307"/>
                <a:gd name="connsiteY31" fmla="*/ 542913 h 1503945"/>
                <a:gd name="connsiteX32" fmla="*/ 533425 w 896307"/>
                <a:gd name="connsiteY32" fmla="*/ 30679 h 1503945"/>
                <a:gd name="connsiteX0" fmla="*/ 533425 w 1028910"/>
                <a:gd name="connsiteY0" fmla="*/ 30679 h 1503945"/>
                <a:gd name="connsiteX1" fmla="*/ 689037 w 1028910"/>
                <a:gd name="connsiteY1" fmla="*/ 32746 h 1503945"/>
                <a:gd name="connsiteX2" fmla="*/ 895734 w 1028910"/>
                <a:gd name="connsiteY2" fmla="*/ 158057 h 1503945"/>
                <a:gd name="connsiteX3" fmla="*/ 1020050 w 1028910"/>
                <a:gd name="connsiteY3" fmla="*/ 345540 h 1503945"/>
                <a:gd name="connsiteX4" fmla="*/ 651265 w 1028910"/>
                <a:gd name="connsiteY4" fmla="*/ 459960 h 1503945"/>
                <a:gd name="connsiteX5" fmla="*/ 690022 w 1028910"/>
                <a:gd name="connsiteY5" fmla="*/ 712927 h 1503945"/>
                <a:gd name="connsiteX6" fmla="*/ 701665 w 1028910"/>
                <a:gd name="connsiteY6" fmla="*/ 838652 h 1503945"/>
                <a:gd name="connsiteX7" fmla="*/ 658434 w 1028910"/>
                <a:gd name="connsiteY7" fmla="*/ 1064184 h 1503945"/>
                <a:gd name="connsiteX8" fmla="*/ 668207 w 1028910"/>
                <a:gd name="connsiteY8" fmla="*/ 1155996 h 1503945"/>
                <a:gd name="connsiteX9" fmla="*/ 633585 w 1028910"/>
                <a:gd name="connsiteY9" fmla="*/ 1275242 h 1503945"/>
                <a:gd name="connsiteX10" fmla="*/ 579011 w 1028910"/>
                <a:gd name="connsiteY10" fmla="*/ 1449768 h 1503945"/>
                <a:gd name="connsiteX11" fmla="*/ 527703 w 1028910"/>
                <a:gd name="connsiteY11" fmla="*/ 1477891 h 1503945"/>
                <a:gd name="connsiteX12" fmla="*/ 441156 w 1028910"/>
                <a:gd name="connsiteY12" fmla="*/ 1501464 h 1503945"/>
                <a:gd name="connsiteX13" fmla="*/ 315185 w 1028910"/>
                <a:gd name="connsiteY13" fmla="*/ 1503945 h 1503945"/>
                <a:gd name="connsiteX14" fmla="*/ 183173 w 1028910"/>
                <a:gd name="connsiteY14" fmla="*/ 1482302 h 1503945"/>
                <a:gd name="connsiteX15" fmla="*/ 81190 w 1028910"/>
                <a:gd name="connsiteY15" fmla="*/ 1457350 h 1503945"/>
                <a:gd name="connsiteX16" fmla="*/ 36717 w 1028910"/>
                <a:gd name="connsiteY16" fmla="*/ 1401380 h 1503945"/>
                <a:gd name="connsiteX17" fmla="*/ 3594 w 1028910"/>
                <a:gd name="connsiteY17" fmla="*/ 1278001 h 1503945"/>
                <a:gd name="connsiteX18" fmla="*/ 2022 w 1028910"/>
                <a:gd name="connsiteY18" fmla="*/ 1171023 h 1503945"/>
                <a:gd name="connsiteX19" fmla="*/ 13654 w 1028910"/>
                <a:gd name="connsiteY19" fmla="*/ 1070525 h 1503945"/>
                <a:gd name="connsiteX20" fmla="*/ 30725 w 1028910"/>
                <a:gd name="connsiteY20" fmla="*/ 996221 h 1503945"/>
                <a:gd name="connsiteX21" fmla="*/ 60758 w 1028910"/>
                <a:gd name="connsiteY21" fmla="*/ 944663 h 1503945"/>
                <a:gd name="connsiteX22" fmla="*/ 96453 w 1028910"/>
                <a:gd name="connsiteY22" fmla="*/ 902478 h 1503945"/>
                <a:gd name="connsiteX23" fmla="*/ 115310 w 1028910"/>
                <a:gd name="connsiteY23" fmla="*/ 892279 h 1503945"/>
                <a:gd name="connsiteX24" fmla="*/ 130364 w 1028910"/>
                <a:gd name="connsiteY24" fmla="*/ 823072 h 1503945"/>
                <a:gd name="connsiteX25" fmla="*/ 139015 w 1028910"/>
                <a:gd name="connsiteY25" fmla="*/ 786888 h 1503945"/>
                <a:gd name="connsiteX26" fmla="*/ 151085 w 1028910"/>
                <a:gd name="connsiteY26" fmla="*/ 717613 h 1503945"/>
                <a:gd name="connsiteX27" fmla="*/ 171727 w 1028910"/>
                <a:gd name="connsiteY27" fmla="*/ 684942 h 1503945"/>
                <a:gd name="connsiteX28" fmla="*/ 184919 w 1028910"/>
                <a:gd name="connsiteY28" fmla="*/ 638898 h 1503945"/>
                <a:gd name="connsiteX29" fmla="*/ 216737 w 1028910"/>
                <a:gd name="connsiteY29" fmla="*/ 583342 h 1503945"/>
                <a:gd name="connsiteX30" fmla="*/ 241028 w 1028910"/>
                <a:gd name="connsiteY30" fmla="*/ 546811 h 1503945"/>
                <a:gd name="connsiteX31" fmla="*/ 402098 w 1028910"/>
                <a:gd name="connsiteY31" fmla="*/ 542913 h 1503945"/>
                <a:gd name="connsiteX32" fmla="*/ 533425 w 1028910"/>
                <a:gd name="connsiteY32" fmla="*/ 30679 h 1503945"/>
                <a:gd name="connsiteX0" fmla="*/ 533425 w 1033129"/>
                <a:gd name="connsiteY0" fmla="*/ 30679 h 1503945"/>
                <a:gd name="connsiteX1" fmla="*/ 689037 w 1033129"/>
                <a:gd name="connsiteY1" fmla="*/ 32746 h 1503945"/>
                <a:gd name="connsiteX2" fmla="*/ 895734 w 1033129"/>
                <a:gd name="connsiteY2" fmla="*/ 158057 h 1503945"/>
                <a:gd name="connsiteX3" fmla="*/ 1020050 w 1033129"/>
                <a:gd name="connsiteY3" fmla="*/ 345540 h 1503945"/>
                <a:gd name="connsiteX4" fmla="*/ 992125 w 1033129"/>
                <a:gd name="connsiteY4" fmla="*/ 719268 h 1503945"/>
                <a:gd name="connsiteX5" fmla="*/ 690022 w 1033129"/>
                <a:gd name="connsiteY5" fmla="*/ 712927 h 1503945"/>
                <a:gd name="connsiteX6" fmla="*/ 701665 w 1033129"/>
                <a:gd name="connsiteY6" fmla="*/ 838652 h 1503945"/>
                <a:gd name="connsiteX7" fmla="*/ 658434 w 1033129"/>
                <a:gd name="connsiteY7" fmla="*/ 1064184 h 1503945"/>
                <a:gd name="connsiteX8" fmla="*/ 668207 w 1033129"/>
                <a:gd name="connsiteY8" fmla="*/ 1155996 h 1503945"/>
                <a:gd name="connsiteX9" fmla="*/ 633585 w 1033129"/>
                <a:gd name="connsiteY9" fmla="*/ 1275242 h 1503945"/>
                <a:gd name="connsiteX10" fmla="*/ 579011 w 1033129"/>
                <a:gd name="connsiteY10" fmla="*/ 1449768 h 1503945"/>
                <a:gd name="connsiteX11" fmla="*/ 527703 w 1033129"/>
                <a:gd name="connsiteY11" fmla="*/ 1477891 h 1503945"/>
                <a:gd name="connsiteX12" fmla="*/ 441156 w 1033129"/>
                <a:gd name="connsiteY12" fmla="*/ 1501464 h 1503945"/>
                <a:gd name="connsiteX13" fmla="*/ 315185 w 1033129"/>
                <a:gd name="connsiteY13" fmla="*/ 1503945 h 1503945"/>
                <a:gd name="connsiteX14" fmla="*/ 183173 w 1033129"/>
                <a:gd name="connsiteY14" fmla="*/ 1482302 h 1503945"/>
                <a:gd name="connsiteX15" fmla="*/ 81190 w 1033129"/>
                <a:gd name="connsiteY15" fmla="*/ 1457350 h 1503945"/>
                <a:gd name="connsiteX16" fmla="*/ 36717 w 1033129"/>
                <a:gd name="connsiteY16" fmla="*/ 1401380 h 1503945"/>
                <a:gd name="connsiteX17" fmla="*/ 3594 w 1033129"/>
                <a:gd name="connsiteY17" fmla="*/ 1278001 h 1503945"/>
                <a:gd name="connsiteX18" fmla="*/ 2022 w 1033129"/>
                <a:gd name="connsiteY18" fmla="*/ 1171023 h 1503945"/>
                <a:gd name="connsiteX19" fmla="*/ 13654 w 1033129"/>
                <a:gd name="connsiteY19" fmla="*/ 1070525 h 1503945"/>
                <a:gd name="connsiteX20" fmla="*/ 30725 w 1033129"/>
                <a:gd name="connsiteY20" fmla="*/ 996221 h 1503945"/>
                <a:gd name="connsiteX21" fmla="*/ 60758 w 1033129"/>
                <a:gd name="connsiteY21" fmla="*/ 944663 h 1503945"/>
                <a:gd name="connsiteX22" fmla="*/ 96453 w 1033129"/>
                <a:gd name="connsiteY22" fmla="*/ 902478 h 1503945"/>
                <a:gd name="connsiteX23" fmla="*/ 115310 w 1033129"/>
                <a:gd name="connsiteY23" fmla="*/ 892279 h 1503945"/>
                <a:gd name="connsiteX24" fmla="*/ 130364 w 1033129"/>
                <a:gd name="connsiteY24" fmla="*/ 823072 h 1503945"/>
                <a:gd name="connsiteX25" fmla="*/ 139015 w 1033129"/>
                <a:gd name="connsiteY25" fmla="*/ 786888 h 1503945"/>
                <a:gd name="connsiteX26" fmla="*/ 151085 w 1033129"/>
                <a:gd name="connsiteY26" fmla="*/ 717613 h 1503945"/>
                <a:gd name="connsiteX27" fmla="*/ 171727 w 1033129"/>
                <a:gd name="connsiteY27" fmla="*/ 684942 h 1503945"/>
                <a:gd name="connsiteX28" fmla="*/ 184919 w 1033129"/>
                <a:gd name="connsiteY28" fmla="*/ 638898 h 1503945"/>
                <a:gd name="connsiteX29" fmla="*/ 216737 w 1033129"/>
                <a:gd name="connsiteY29" fmla="*/ 583342 h 1503945"/>
                <a:gd name="connsiteX30" fmla="*/ 241028 w 1033129"/>
                <a:gd name="connsiteY30" fmla="*/ 546811 h 1503945"/>
                <a:gd name="connsiteX31" fmla="*/ 402098 w 1033129"/>
                <a:gd name="connsiteY31" fmla="*/ 542913 h 1503945"/>
                <a:gd name="connsiteX32" fmla="*/ 533425 w 1033129"/>
                <a:gd name="connsiteY32" fmla="*/ 30679 h 1503945"/>
                <a:gd name="connsiteX0" fmla="*/ 624694 w 1033129"/>
                <a:gd name="connsiteY0" fmla="*/ 18987 h 1555943"/>
                <a:gd name="connsiteX1" fmla="*/ 689037 w 1033129"/>
                <a:gd name="connsiteY1" fmla="*/ 84744 h 1555943"/>
                <a:gd name="connsiteX2" fmla="*/ 895734 w 1033129"/>
                <a:gd name="connsiteY2" fmla="*/ 210055 h 1555943"/>
                <a:gd name="connsiteX3" fmla="*/ 1020050 w 1033129"/>
                <a:gd name="connsiteY3" fmla="*/ 397538 h 1555943"/>
                <a:gd name="connsiteX4" fmla="*/ 992125 w 1033129"/>
                <a:gd name="connsiteY4" fmla="*/ 771266 h 1555943"/>
                <a:gd name="connsiteX5" fmla="*/ 690022 w 1033129"/>
                <a:gd name="connsiteY5" fmla="*/ 764925 h 1555943"/>
                <a:gd name="connsiteX6" fmla="*/ 701665 w 1033129"/>
                <a:gd name="connsiteY6" fmla="*/ 890650 h 1555943"/>
                <a:gd name="connsiteX7" fmla="*/ 658434 w 1033129"/>
                <a:gd name="connsiteY7" fmla="*/ 1116182 h 1555943"/>
                <a:gd name="connsiteX8" fmla="*/ 668207 w 1033129"/>
                <a:gd name="connsiteY8" fmla="*/ 1207994 h 1555943"/>
                <a:gd name="connsiteX9" fmla="*/ 633585 w 1033129"/>
                <a:gd name="connsiteY9" fmla="*/ 1327240 h 1555943"/>
                <a:gd name="connsiteX10" fmla="*/ 579011 w 1033129"/>
                <a:gd name="connsiteY10" fmla="*/ 1501766 h 1555943"/>
                <a:gd name="connsiteX11" fmla="*/ 527703 w 1033129"/>
                <a:gd name="connsiteY11" fmla="*/ 1529889 h 1555943"/>
                <a:gd name="connsiteX12" fmla="*/ 441156 w 1033129"/>
                <a:gd name="connsiteY12" fmla="*/ 1553462 h 1555943"/>
                <a:gd name="connsiteX13" fmla="*/ 315185 w 1033129"/>
                <a:gd name="connsiteY13" fmla="*/ 1555943 h 1555943"/>
                <a:gd name="connsiteX14" fmla="*/ 183173 w 1033129"/>
                <a:gd name="connsiteY14" fmla="*/ 1534300 h 1555943"/>
                <a:gd name="connsiteX15" fmla="*/ 81190 w 1033129"/>
                <a:gd name="connsiteY15" fmla="*/ 1509348 h 1555943"/>
                <a:gd name="connsiteX16" fmla="*/ 36717 w 1033129"/>
                <a:gd name="connsiteY16" fmla="*/ 1453378 h 1555943"/>
                <a:gd name="connsiteX17" fmla="*/ 3594 w 1033129"/>
                <a:gd name="connsiteY17" fmla="*/ 1329999 h 1555943"/>
                <a:gd name="connsiteX18" fmla="*/ 2022 w 1033129"/>
                <a:gd name="connsiteY18" fmla="*/ 1223021 h 1555943"/>
                <a:gd name="connsiteX19" fmla="*/ 13654 w 1033129"/>
                <a:gd name="connsiteY19" fmla="*/ 1122523 h 1555943"/>
                <a:gd name="connsiteX20" fmla="*/ 30725 w 1033129"/>
                <a:gd name="connsiteY20" fmla="*/ 1048219 h 1555943"/>
                <a:gd name="connsiteX21" fmla="*/ 60758 w 1033129"/>
                <a:gd name="connsiteY21" fmla="*/ 996661 h 1555943"/>
                <a:gd name="connsiteX22" fmla="*/ 96453 w 1033129"/>
                <a:gd name="connsiteY22" fmla="*/ 954476 h 1555943"/>
                <a:gd name="connsiteX23" fmla="*/ 115310 w 1033129"/>
                <a:gd name="connsiteY23" fmla="*/ 944277 h 1555943"/>
                <a:gd name="connsiteX24" fmla="*/ 130364 w 1033129"/>
                <a:gd name="connsiteY24" fmla="*/ 875070 h 1555943"/>
                <a:gd name="connsiteX25" fmla="*/ 139015 w 1033129"/>
                <a:gd name="connsiteY25" fmla="*/ 838886 h 1555943"/>
                <a:gd name="connsiteX26" fmla="*/ 151085 w 1033129"/>
                <a:gd name="connsiteY26" fmla="*/ 769611 h 1555943"/>
                <a:gd name="connsiteX27" fmla="*/ 171727 w 1033129"/>
                <a:gd name="connsiteY27" fmla="*/ 736940 h 1555943"/>
                <a:gd name="connsiteX28" fmla="*/ 184919 w 1033129"/>
                <a:gd name="connsiteY28" fmla="*/ 690896 h 1555943"/>
                <a:gd name="connsiteX29" fmla="*/ 216737 w 1033129"/>
                <a:gd name="connsiteY29" fmla="*/ 635340 h 1555943"/>
                <a:gd name="connsiteX30" fmla="*/ 241028 w 1033129"/>
                <a:gd name="connsiteY30" fmla="*/ 598809 h 1555943"/>
                <a:gd name="connsiteX31" fmla="*/ 402098 w 1033129"/>
                <a:gd name="connsiteY31" fmla="*/ 594911 h 1555943"/>
                <a:gd name="connsiteX32" fmla="*/ 624694 w 1033129"/>
                <a:gd name="connsiteY32" fmla="*/ 18987 h 1555943"/>
                <a:gd name="connsiteX0" fmla="*/ 447744 w 1033129"/>
                <a:gd name="connsiteY0" fmla="*/ 81009 h 1472389"/>
                <a:gd name="connsiteX1" fmla="*/ 689037 w 1033129"/>
                <a:gd name="connsiteY1" fmla="*/ 1190 h 1472389"/>
                <a:gd name="connsiteX2" fmla="*/ 895734 w 1033129"/>
                <a:gd name="connsiteY2" fmla="*/ 126501 h 1472389"/>
                <a:gd name="connsiteX3" fmla="*/ 1020050 w 1033129"/>
                <a:gd name="connsiteY3" fmla="*/ 313984 h 1472389"/>
                <a:gd name="connsiteX4" fmla="*/ 992125 w 1033129"/>
                <a:gd name="connsiteY4" fmla="*/ 687712 h 1472389"/>
                <a:gd name="connsiteX5" fmla="*/ 690022 w 1033129"/>
                <a:gd name="connsiteY5" fmla="*/ 681371 h 1472389"/>
                <a:gd name="connsiteX6" fmla="*/ 701665 w 1033129"/>
                <a:gd name="connsiteY6" fmla="*/ 807096 h 1472389"/>
                <a:gd name="connsiteX7" fmla="*/ 658434 w 1033129"/>
                <a:gd name="connsiteY7" fmla="*/ 1032628 h 1472389"/>
                <a:gd name="connsiteX8" fmla="*/ 668207 w 1033129"/>
                <a:gd name="connsiteY8" fmla="*/ 1124440 h 1472389"/>
                <a:gd name="connsiteX9" fmla="*/ 633585 w 1033129"/>
                <a:gd name="connsiteY9" fmla="*/ 1243686 h 1472389"/>
                <a:gd name="connsiteX10" fmla="*/ 579011 w 1033129"/>
                <a:gd name="connsiteY10" fmla="*/ 1418212 h 1472389"/>
                <a:gd name="connsiteX11" fmla="*/ 527703 w 1033129"/>
                <a:gd name="connsiteY11" fmla="*/ 1446335 h 1472389"/>
                <a:gd name="connsiteX12" fmla="*/ 441156 w 1033129"/>
                <a:gd name="connsiteY12" fmla="*/ 1469908 h 1472389"/>
                <a:gd name="connsiteX13" fmla="*/ 315185 w 1033129"/>
                <a:gd name="connsiteY13" fmla="*/ 1472389 h 1472389"/>
                <a:gd name="connsiteX14" fmla="*/ 183173 w 1033129"/>
                <a:gd name="connsiteY14" fmla="*/ 1450746 h 1472389"/>
                <a:gd name="connsiteX15" fmla="*/ 81190 w 1033129"/>
                <a:gd name="connsiteY15" fmla="*/ 1425794 h 1472389"/>
                <a:gd name="connsiteX16" fmla="*/ 36717 w 1033129"/>
                <a:gd name="connsiteY16" fmla="*/ 1369824 h 1472389"/>
                <a:gd name="connsiteX17" fmla="*/ 3594 w 1033129"/>
                <a:gd name="connsiteY17" fmla="*/ 1246445 h 1472389"/>
                <a:gd name="connsiteX18" fmla="*/ 2022 w 1033129"/>
                <a:gd name="connsiteY18" fmla="*/ 1139467 h 1472389"/>
                <a:gd name="connsiteX19" fmla="*/ 13654 w 1033129"/>
                <a:gd name="connsiteY19" fmla="*/ 1038969 h 1472389"/>
                <a:gd name="connsiteX20" fmla="*/ 30725 w 1033129"/>
                <a:gd name="connsiteY20" fmla="*/ 964665 h 1472389"/>
                <a:gd name="connsiteX21" fmla="*/ 60758 w 1033129"/>
                <a:gd name="connsiteY21" fmla="*/ 913107 h 1472389"/>
                <a:gd name="connsiteX22" fmla="*/ 96453 w 1033129"/>
                <a:gd name="connsiteY22" fmla="*/ 870922 h 1472389"/>
                <a:gd name="connsiteX23" fmla="*/ 115310 w 1033129"/>
                <a:gd name="connsiteY23" fmla="*/ 860723 h 1472389"/>
                <a:gd name="connsiteX24" fmla="*/ 130364 w 1033129"/>
                <a:gd name="connsiteY24" fmla="*/ 791516 h 1472389"/>
                <a:gd name="connsiteX25" fmla="*/ 139015 w 1033129"/>
                <a:gd name="connsiteY25" fmla="*/ 755332 h 1472389"/>
                <a:gd name="connsiteX26" fmla="*/ 151085 w 1033129"/>
                <a:gd name="connsiteY26" fmla="*/ 686057 h 1472389"/>
                <a:gd name="connsiteX27" fmla="*/ 171727 w 1033129"/>
                <a:gd name="connsiteY27" fmla="*/ 653386 h 1472389"/>
                <a:gd name="connsiteX28" fmla="*/ 184919 w 1033129"/>
                <a:gd name="connsiteY28" fmla="*/ 607342 h 1472389"/>
                <a:gd name="connsiteX29" fmla="*/ 216737 w 1033129"/>
                <a:gd name="connsiteY29" fmla="*/ 551786 h 1472389"/>
                <a:gd name="connsiteX30" fmla="*/ 241028 w 1033129"/>
                <a:gd name="connsiteY30" fmla="*/ 515255 h 1472389"/>
                <a:gd name="connsiteX31" fmla="*/ 402098 w 1033129"/>
                <a:gd name="connsiteY31" fmla="*/ 511357 h 1472389"/>
                <a:gd name="connsiteX32" fmla="*/ 447744 w 1033129"/>
                <a:gd name="connsiteY32" fmla="*/ 81009 h 1472389"/>
                <a:gd name="connsiteX0" fmla="*/ 447744 w 1033129"/>
                <a:gd name="connsiteY0" fmla="*/ 80224 h 1471604"/>
                <a:gd name="connsiteX1" fmla="*/ 689037 w 1033129"/>
                <a:gd name="connsiteY1" fmla="*/ 405 h 1471604"/>
                <a:gd name="connsiteX2" fmla="*/ 895734 w 1033129"/>
                <a:gd name="connsiteY2" fmla="*/ 125716 h 1471604"/>
                <a:gd name="connsiteX3" fmla="*/ 1020050 w 1033129"/>
                <a:gd name="connsiteY3" fmla="*/ 313199 h 1471604"/>
                <a:gd name="connsiteX4" fmla="*/ 992125 w 1033129"/>
                <a:gd name="connsiteY4" fmla="*/ 686927 h 1471604"/>
                <a:gd name="connsiteX5" fmla="*/ 690022 w 1033129"/>
                <a:gd name="connsiteY5" fmla="*/ 680586 h 1471604"/>
                <a:gd name="connsiteX6" fmla="*/ 701665 w 1033129"/>
                <a:gd name="connsiteY6" fmla="*/ 806311 h 1471604"/>
                <a:gd name="connsiteX7" fmla="*/ 658434 w 1033129"/>
                <a:gd name="connsiteY7" fmla="*/ 1031843 h 1471604"/>
                <a:gd name="connsiteX8" fmla="*/ 668207 w 1033129"/>
                <a:gd name="connsiteY8" fmla="*/ 1123655 h 1471604"/>
                <a:gd name="connsiteX9" fmla="*/ 633585 w 1033129"/>
                <a:gd name="connsiteY9" fmla="*/ 1242901 h 1471604"/>
                <a:gd name="connsiteX10" fmla="*/ 579011 w 1033129"/>
                <a:gd name="connsiteY10" fmla="*/ 1417427 h 1471604"/>
                <a:gd name="connsiteX11" fmla="*/ 527703 w 1033129"/>
                <a:gd name="connsiteY11" fmla="*/ 1445550 h 1471604"/>
                <a:gd name="connsiteX12" fmla="*/ 441156 w 1033129"/>
                <a:gd name="connsiteY12" fmla="*/ 1469123 h 1471604"/>
                <a:gd name="connsiteX13" fmla="*/ 315185 w 1033129"/>
                <a:gd name="connsiteY13" fmla="*/ 1471604 h 1471604"/>
                <a:gd name="connsiteX14" fmla="*/ 183173 w 1033129"/>
                <a:gd name="connsiteY14" fmla="*/ 1449961 h 1471604"/>
                <a:gd name="connsiteX15" fmla="*/ 81190 w 1033129"/>
                <a:gd name="connsiteY15" fmla="*/ 1425009 h 1471604"/>
                <a:gd name="connsiteX16" fmla="*/ 36717 w 1033129"/>
                <a:gd name="connsiteY16" fmla="*/ 1369039 h 1471604"/>
                <a:gd name="connsiteX17" fmla="*/ 3594 w 1033129"/>
                <a:gd name="connsiteY17" fmla="*/ 1245660 h 1471604"/>
                <a:gd name="connsiteX18" fmla="*/ 2022 w 1033129"/>
                <a:gd name="connsiteY18" fmla="*/ 1138682 h 1471604"/>
                <a:gd name="connsiteX19" fmla="*/ 13654 w 1033129"/>
                <a:gd name="connsiteY19" fmla="*/ 1038184 h 1471604"/>
                <a:gd name="connsiteX20" fmla="*/ 30725 w 1033129"/>
                <a:gd name="connsiteY20" fmla="*/ 963880 h 1471604"/>
                <a:gd name="connsiteX21" fmla="*/ 60758 w 1033129"/>
                <a:gd name="connsiteY21" fmla="*/ 912322 h 1471604"/>
                <a:gd name="connsiteX22" fmla="*/ 96453 w 1033129"/>
                <a:gd name="connsiteY22" fmla="*/ 870137 h 1471604"/>
                <a:gd name="connsiteX23" fmla="*/ 115310 w 1033129"/>
                <a:gd name="connsiteY23" fmla="*/ 859938 h 1471604"/>
                <a:gd name="connsiteX24" fmla="*/ 130364 w 1033129"/>
                <a:gd name="connsiteY24" fmla="*/ 790731 h 1471604"/>
                <a:gd name="connsiteX25" fmla="*/ 139015 w 1033129"/>
                <a:gd name="connsiteY25" fmla="*/ 754547 h 1471604"/>
                <a:gd name="connsiteX26" fmla="*/ 151085 w 1033129"/>
                <a:gd name="connsiteY26" fmla="*/ 685272 h 1471604"/>
                <a:gd name="connsiteX27" fmla="*/ 171727 w 1033129"/>
                <a:gd name="connsiteY27" fmla="*/ 652601 h 1471604"/>
                <a:gd name="connsiteX28" fmla="*/ 184919 w 1033129"/>
                <a:gd name="connsiteY28" fmla="*/ 606557 h 1471604"/>
                <a:gd name="connsiteX29" fmla="*/ 216737 w 1033129"/>
                <a:gd name="connsiteY29" fmla="*/ 551001 h 1471604"/>
                <a:gd name="connsiteX30" fmla="*/ 241028 w 1033129"/>
                <a:gd name="connsiteY30" fmla="*/ 514470 h 1471604"/>
                <a:gd name="connsiteX31" fmla="*/ 402098 w 1033129"/>
                <a:gd name="connsiteY31" fmla="*/ 510572 h 1471604"/>
                <a:gd name="connsiteX32" fmla="*/ 447744 w 1033129"/>
                <a:gd name="connsiteY32" fmla="*/ 80224 h 1471604"/>
                <a:gd name="connsiteX0" fmla="*/ 447744 w 1033129"/>
                <a:gd name="connsiteY0" fmla="*/ 80224 h 1471604"/>
                <a:gd name="connsiteX1" fmla="*/ 689037 w 1033129"/>
                <a:gd name="connsiteY1" fmla="*/ 405 h 1471604"/>
                <a:gd name="connsiteX2" fmla="*/ 895734 w 1033129"/>
                <a:gd name="connsiteY2" fmla="*/ 125716 h 1471604"/>
                <a:gd name="connsiteX3" fmla="*/ 1020050 w 1033129"/>
                <a:gd name="connsiteY3" fmla="*/ 313199 h 1471604"/>
                <a:gd name="connsiteX4" fmla="*/ 992125 w 1033129"/>
                <a:gd name="connsiteY4" fmla="*/ 686927 h 1471604"/>
                <a:gd name="connsiteX5" fmla="*/ 690022 w 1033129"/>
                <a:gd name="connsiteY5" fmla="*/ 680586 h 1471604"/>
                <a:gd name="connsiteX6" fmla="*/ 701665 w 1033129"/>
                <a:gd name="connsiteY6" fmla="*/ 806311 h 1471604"/>
                <a:gd name="connsiteX7" fmla="*/ 658434 w 1033129"/>
                <a:gd name="connsiteY7" fmla="*/ 1031843 h 1471604"/>
                <a:gd name="connsiteX8" fmla="*/ 668207 w 1033129"/>
                <a:gd name="connsiteY8" fmla="*/ 1123655 h 1471604"/>
                <a:gd name="connsiteX9" fmla="*/ 633585 w 1033129"/>
                <a:gd name="connsiteY9" fmla="*/ 1242901 h 1471604"/>
                <a:gd name="connsiteX10" fmla="*/ 579011 w 1033129"/>
                <a:gd name="connsiteY10" fmla="*/ 1417427 h 1471604"/>
                <a:gd name="connsiteX11" fmla="*/ 527703 w 1033129"/>
                <a:gd name="connsiteY11" fmla="*/ 1445550 h 1471604"/>
                <a:gd name="connsiteX12" fmla="*/ 441156 w 1033129"/>
                <a:gd name="connsiteY12" fmla="*/ 1469123 h 1471604"/>
                <a:gd name="connsiteX13" fmla="*/ 315185 w 1033129"/>
                <a:gd name="connsiteY13" fmla="*/ 1471604 h 1471604"/>
                <a:gd name="connsiteX14" fmla="*/ 183173 w 1033129"/>
                <a:gd name="connsiteY14" fmla="*/ 1449961 h 1471604"/>
                <a:gd name="connsiteX15" fmla="*/ 81190 w 1033129"/>
                <a:gd name="connsiteY15" fmla="*/ 1425009 h 1471604"/>
                <a:gd name="connsiteX16" fmla="*/ 36717 w 1033129"/>
                <a:gd name="connsiteY16" fmla="*/ 1369039 h 1471604"/>
                <a:gd name="connsiteX17" fmla="*/ 3594 w 1033129"/>
                <a:gd name="connsiteY17" fmla="*/ 1245660 h 1471604"/>
                <a:gd name="connsiteX18" fmla="*/ 2022 w 1033129"/>
                <a:gd name="connsiteY18" fmla="*/ 1138682 h 1471604"/>
                <a:gd name="connsiteX19" fmla="*/ 13654 w 1033129"/>
                <a:gd name="connsiteY19" fmla="*/ 1038184 h 1471604"/>
                <a:gd name="connsiteX20" fmla="*/ 30725 w 1033129"/>
                <a:gd name="connsiteY20" fmla="*/ 963880 h 1471604"/>
                <a:gd name="connsiteX21" fmla="*/ 60758 w 1033129"/>
                <a:gd name="connsiteY21" fmla="*/ 912322 h 1471604"/>
                <a:gd name="connsiteX22" fmla="*/ 96453 w 1033129"/>
                <a:gd name="connsiteY22" fmla="*/ 870137 h 1471604"/>
                <a:gd name="connsiteX23" fmla="*/ 115310 w 1033129"/>
                <a:gd name="connsiteY23" fmla="*/ 859938 h 1471604"/>
                <a:gd name="connsiteX24" fmla="*/ 130364 w 1033129"/>
                <a:gd name="connsiteY24" fmla="*/ 790731 h 1471604"/>
                <a:gd name="connsiteX25" fmla="*/ 139015 w 1033129"/>
                <a:gd name="connsiteY25" fmla="*/ 754547 h 1471604"/>
                <a:gd name="connsiteX26" fmla="*/ 151085 w 1033129"/>
                <a:gd name="connsiteY26" fmla="*/ 685272 h 1471604"/>
                <a:gd name="connsiteX27" fmla="*/ 171727 w 1033129"/>
                <a:gd name="connsiteY27" fmla="*/ 652601 h 1471604"/>
                <a:gd name="connsiteX28" fmla="*/ 184919 w 1033129"/>
                <a:gd name="connsiteY28" fmla="*/ 606557 h 1471604"/>
                <a:gd name="connsiteX29" fmla="*/ 216737 w 1033129"/>
                <a:gd name="connsiteY29" fmla="*/ 551001 h 1471604"/>
                <a:gd name="connsiteX30" fmla="*/ 241028 w 1033129"/>
                <a:gd name="connsiteY30" fmla="*/ 514470 h 1471604"/>
                <a:gd name="connsiteX31" fmla="*/ 402098 w 1033129"/>
                <a:gd name="connsiteY31" fmla="*/ 510572 h 1471604"/>
                <a:gd name="connsiteX32" fmla="*/ 447744 w 1033129"/>
                <a:gd name="connsiteY32" fmla="*/ 80224 h 1471604"/>
                <a:gd name="connsiteX0" fmla="*/ 581853 w 1033129"/>
                <a:gd name="connsiteY0" fmla="*/ 533669 h 1488320"/>
                <a:gd name="connsiteX1" fmla="*/ 689037 w 1033129"/>
                <a:gd name="connsiteY1" fmla="*/ 17121 h 1488320"/>
                <a:gd name="connsiteX2" fmla="*/ 895734 w 1033129"/>
                <a:gd name="connsiteY2" fmla="*/ 142432 h 1488320"/>
                <a:gd name="connsiteX3" fmla="*/ 1020050 w 1033129"/>
                <a:gd name="connsiteY3" fmla="*/ 329915 h 1488320"/>
                <a:gd name="connsiteX4" fmla="*/ 992125 w 1033129"/>
                <a:gd name="connsiteY4" fmla="*/ 703643 h 1488320"/>
                <a:gd name="connsiteX5" fmla="*/ 690022 w 1033129"/>
                <a:gd name="connsiteY5" fmla="*/ 697302 h 1488320"/>
                <a:gd name="connsiteX6" fmla="*/ 701665 w 1033129"/>
                <a:gd name="connsiteY6" fmla="*/ 823027 h 1488320"/>
                <a:gd name="connsiteX7" fmla="*/ 658434 w 1033129"/>
                <a:gd name="connsiteY7" fmla="*/ 1048559 h 1488320"/>
                <a:gd name="connsiteX8" fmla="*/ 668207 w 1033129"/>
                <a:gd name="connsiteY8" fmla="*/ 1140371 h 1488320"/>
                <a:gd name="connsiteX9" fmla="*/ 633585 w 1033129"/>
                <a:gd name="connsiteY9" fmla="*/ 1259617 h 1488320"/>
                <a:gd name="connsiteX10" fmla="*/ 579011 w 1033129"/>
                <a:gd name="connsiteY10" fmla="*/ 1434143 h 1488320"/>
                <a:gd name="connsiteX11" fmla="*/ 527703 w 1033129"/>
                <a:gd name="connsiteY11" fmla="*/ 1462266 h 1488320"/>
                <a:gd name="connsiteX12" fmla="*/ 441156 w 1033129"/>
                <a:gd name="connsiteY12" fmla="*/ 1485839 h 1488320"/>
                <a:gd name="connsiteX13" fmla="*/ 315185 w 1033129"/>
                <a:gd name="connsiteY13" fmla="*/ 1488320 h 1488320"/>
                <a:gd name="connsiteX14" fmla="*/ 183173 w 1033129"/>
                <a:gd name="connsiteY14" fmla="*/ 1466677 h 1488320"/>
                <a:gd name="connsiteX15" fmla="*/ 81190 w 1033129"/>
                <a:gd name="connsiteY15" fmla="*/ 1441725 h 1488320"/>
                <a:gd name="connsiteX16" fmla="*/ 36717 w 1033129"/>
                <a:gd name="connsiteY16" fmla="*/ 1385755 h 1488320"/>
                <a:gd name="connsiteX17" fmla="*/ 3594 w 1033129"/>
                <a:gd name="connsiteY17" fmla="*/ 1262376 h 1488320"/>
                <a:gd name="connsiteX18" fmla="*/ 2022 w 1033129"/>
                <a:gd name="connsiteY18" fmla="*/ 1155398 h 1488320"/>
                <a:gd name="connsiteX19" fmla="*/ 13654 w 1033129"/>
                <a:gd name="connsiteY19" fmla="*/ 1054900 h 1488320"/>
                <a:gd name="connsiteX20" fmla="*/ 30725 w 1033129"/>
                <a:gd name="connsiteY20" fmla="*/ 980596 h 1488320"/>
                <a:gd name="connsiteX21" fmla="*/ 60758 w 1033129"/>
                <a:gd name="connsiteY21" fmla="*/ 929038 h 1488320"/>
                <a:gd name="connsiteX22" fmla="*/ 96453 w 1033129"/>
                <a:gd name="connsiteY22" fmla="*/ 886853 h 1488320"/>
                <a:gd name="connsiteX23" fmla="*/ 115310 w 1033129"/>
                <a:gd name="connsiteY23" fmla="*/ 876654 h 1488320"/>
                <a:gd name="connsiteX24" fmla="*/ 130364 w 1033129"/>
                <a:gd name="connsiteY24" fmla="*/ 807447 h 1488320"/>
                <a:gd name="connsiteX25" fmla="*/ 139015 w 1033129"/>
                <a:gd name="connsiteY25" fmla="*/ 771263 h 1488320"/>
                <a:gd name="connsiteX26" fmla="*/ 151085 w 1033129"/>
                <a:gd name="connsiteY26" fmla="*/ 701988 h 1488320"/>
                <a:gd name="connsiteX27" fmla="*/ 171727 w 1033129"/>
                <a:gd name="connsiteY27" fmla="*/ 669317 h 1488320"/>
                <a:gd name="connsiteX28" fmla="*/ 184919 w 1033129"/>
                <a:gd name="connsiteY28" fmla="*/ 623273 h 1488320"/>
                <a:gd name="connsiteX29" fmla="*/ 216737 w 1033129"/>
                <a:gd name="connsiteY29" fmla="*/ 567717 h 1488320"/>
                <a:gd name="connsiteX30" fmla="*/ 241028 w 1033129"/>
                <a:gd name="connsiteY30" fmla="*/ 531186 h 1488320"/>
                <a:gd name="connsiteX31" fmla="*/ 402098 w 1033129"/>
                <a:gd name="connsiteY31" fmla="*/ 527288 h 1488320"/>
                <a:gd name="connsiteX32" fmla="*/ 581853 w 1033129"/>
                <a:gd name="connsiteY32" fmla="*/ 533669 h 1488320"/>
                <a:gd name="connsiteX0" fmla="*/ 581853 w 1033129"/>
                <a:gd name="connsiteY0" fmla="*/ 533669 h 1488320"/>
                <a:gd name="connsiteX1" fmla="*/ 689037 w 1033129"/>
                <a:gd name="connsiteY1" fmla="*/ 17121 h 1488320"/>
                <a:gd name="connsiteX2" fmla="*/ 895734 w 1033129"/>
                <a:gd name="connsiteY2" fmla="*/ 142432 h 1488320"/>
                <a:gd name="connsiteX3" fmla="*/ 1020050 w 1033129"/>
                <a:gd name="connsiteY3" fmla="*/ 329915 h 1488320"/>
                <a:gd name="connsiteX4" fmla="*/ 992125 w 1033129"/>
                <a:gd name="connsiteY4" fmla="*/ 703643 h 1488320"/>
                <a:gd name="connsiteX5" fmla="*/ 690022 w 1033129"/>
                <a:gd name="connsiteY5" fmla="*/ 697302 h 1488320"/>
                <a:gd name="connsiteX6" fmla="*/ 701665 w 1033129"/>
                <a:gd name="connsiteY6" fmla="*/ 823027 h 1488320"/>
                <a:gd name="connsiteX7" fmla="*/ 658434 w 1033129"/>
                <a:gd name="connsiteY7" fmla="*/ 1048559 h 1488320"/>
                <a:gd name="connsiteX8" fmla="*/ 668207 w 1033129"/>
                <a:gd name="connsiteY8" fmla="*/ 1140371 h 1488320"/>
                <a:gd name="connsiteX9" fmla="*/ 633585 w 1033129"/>
                <a:gd name="connsiteY9" fmla="*/ 1259617 h 1488320"/>
                <a:gd name="connsiteX10" fmla="*/ 579011 w 1033129"/>
                <a:gd name="connsiteY10" fmla="*/ 1434143 h 1488320"/>
                <a:gd name="connsiteX11" fmla="*/ 527703 w 1033129"/>
                <a:gd name="connsiteY11" fmla="*/ 1462266 h 1488320"/>
                <a:gd name="connsiteX12" fmla="*/ 441156 w 1033129"/>
                <a:gd name="connsiteY12" fmla="*/ 1485839 h 1488320"/>
                <a:gd name="connsiteX13" fmla="*/ 315185 w 1033129"/>
                <a:gd name="connsiteY13" fmla="*/ 1488320 h 1488320"/>
                <a:gd name="connsiteX14" fmla="*/ 183173 w 1033129"/>
                <a:gd name="connsiteY14" fmla="*/ 1466677 h 1488320"/>
                <a:gd name="connsiteX15" fmla="*/ 81190 w 1033129"/>
                <a:gd name="connsiteY15" fmla="*/ 1441725 h 1488320"/>
                <a:gd name="connsiteX16" fmla="*/ 36717 w 1033129"/>
                <a:gd name="connsiteY16" fmla="*/ 1385755 h 1488320"/>
                <a:gd name="connsiteX17" fmla="*/ 3594 w 1033129"/>
                <a:gd name="connsiteY17" fmla="*/ 1262376 h 1488320"/>
                <a:gd name="connsiteX18" fmla="*/ 2022 w 1033129"/>
                <a:gd name="connsiteY18" fmla="*/ 1155398 h 1488320"/>
                <a:gd name="connsiteX19" fmla="*/ 13654 w 1033129"/>
                <a:gd name="connsiteY19" fmla="*/ 1054900 h 1488320"/>
                <a:gd name="connsiteX20" fmla="*/ 30725 w 1033129"/>
                <a:gd name="connsiteY20" fmla="*/ 980596 h 1488320"/>
                <a:gd name="connsiteX21" fmla="*/ 60758 w 1033129"/>
                <a:gd name="connsiteY21" fmla="*/ 929038 h 1488320"/>
                <a:gd name="connsiteX22" fmla="*/ 96453 w 1033129"/>
                <a:gd name="connsiteY22" fmla="*/ 886853 h 1488320"/>
                <a:gd name="connsiteX23" fmla="*/ 115310 w 1033129"/>
                <a:gd name="connsiteY23" fmla="*/ 876654 h 1488320"/>
                <a:gd name="connsiteX24" fmla="*/ 130364 w 1033129"/>
                <a:gd name="connsiteY24" fmla="*/ 807447 h 1488320"/>
                <a:gd name="connsiteX25" fmla="*/ 139015 w 1033129"/>
                <a:gd name="connsiteY25" fmla="*/ 771263 h 1488320"/>
                <a:gd name="connsiteX26" fmla="*/ 151085 w 1033129"/>
                <a:gd name="connsiteY26" fmla="*/ 701988 h 1488320"/>
                <a:gd name="connsiteX27" fmla="*/ 171727 w 1033129"/>
                <a:gd name="connsiteY27" fmla="*/ 669317 h 1488320"/>
                <a:gd name="connsiteX28" fmla="*/ 184919 w 1033129"/>
                <a:gd name="connsiteY28" fmla="*/ 623273 h 1488320"/>
                <a:gd name="connsiteX29" fmla="*/ 216737 w 1033129"/>
                <a:gd name="connsiteY29" fmla="*/ 567717 h 1488320"/>
                <a:gd name="connsiteX30" fmla="*/ 241028 w 1033129"/>
                <a:gd name="connsiteY30" fmla="*/ 531186 h 1488320"/>
                <a:gd name="connsiteX31" fmla="*/ 402098 w 1033129"/>
                <a:gd name="connsiteY31" fmla="*/ 527288 h 1488320"/>
                <a:gd name="connsiteX32" fmla="*/ 581853 w 1033129"/>
                <a:gd name="connsiteY32" fmla="*/ 533669 h 1488320"/>
                <a:gd name="connsiteX0" fmla="*/ 581853 w 1033129"/>
                <a:gd name="connsiteY0" fmla="*/ 533669 h 1488320"/>
                <a:gd name="connsiteX1" fmla="*/ 689037 w 1033129"/>
                <a:gd name="connsiteY1" fmla="*/ 17121 h 1488320"/>
                <a:gd name="connsiteX2" fmla="*/ 895734 w 1033129"/>
                <a:gd name="connsiteY2" fmla="*/ 142432 h 1488320"/>
                <a:gd name="connsiteX3" fmla="*/ 1020050 w 1033129"/>
                <a:gd name="connsiteY3" fmla="*/ 329915 h 1488320"/>
                <a:gd name="connsiteX4" fmla="*/ 992125 w 1033129"/>
                <a:gd name="connsiteY4" fmla="*/ 703643 h 1488320"/>
                <a:gd name="connsiteX5" fmla="*/ 690022 w 1033129"/>
                <a:gd name="connsiteY5" fmla="*/ 697302 h 1488320"/>
                <a:gd name="connsiteX6" fmla="*/ 701665 w 1033129"/>
                <a:gd name="connsiteY6" fmla="*/ 823027 h 1488320"/>
                <a:gd name="connsiteX7" fmla="*/ 658434 w 1033129"/>
                <a:gd name="connsiteY7" fmla="*/ 1048559 h 1488320"/>
                <a:gd name="connsiteX8" fmla="*/ 668207 w 1033129"/>
                <a:gd name="connsiteY8" fmla="*/ 1140371 h 1488320"/>
                <a:gd name="connsiteX9" fmla="*/ 633585 w 1033129"/>
                <a:gd name="connsiteY9" fmla="*/ 1259617 h 1488320"/>
                <a:gd name="connsiteX10" fmla="*/ 579011 w 1033129"/>
                <a:gd name="connsiteY10" fmla="*/ 1434143 h 1488320"/>
                <a:gd name="connsiteX11" fmla="*/ 527703 w 1033129"/>
                <a:gd name="connsiteY11" fmla="*/ 1462266 h 1488320"/>
                <a:gd name="connsiteX12" fmla="*/ 441156 w 1033129"/>
                <a:gd name="connsiteY12" fmla="*/ 1485839 h 1488320"/>
                <a:gd name="connsiteX13" fmla="*/ 315185 w 1033129"/>
                <a:gd name="connsiteY13" fmla="*/ 1488320 h 1488320"/>
                <a:gd name="connsiteX14" fmla="*/ 183173 w 1033129"/>
                <a:gd name="connsiteY14" fmla="*/ 1466677 h 1488320"/>
                <a:gd name="connsiteX15" fmla="*/ 81190 w 1033129"/>
                <a:gd name="connsiteY15" fmla="*/ 1441725 h 1488320"/>
                <a:gd name="connsiteX16" fmla="*/ 36717 w 1033129"/>
                <a:gd name="connsiteY16" fmla="*/ 1385755 h 1488320"/>
                <a:gd name="connsiteX17" fmla="*/ 3594 w 1033129"/>
                <a:gd name="connsiteY17" fmla="*/ 1262376 h 1488320"/>
                <a:gd name="connsiteX18" fmla="*/ 2022 w 1033129"/>
                <a:gd name="connsiteY18" fmla="*/ 1155398 h 1488320"/>
                <a:gd name="connsiteX19" fmla="*/ 13654 w 1033129"/>
                <a:gd name="connsiteY19" fmla="*/ 1054900 h 1488320"/>
                <a:gd name="connsiteX20" fmla="*/ 30725 w 1033129"/>
                <a:gd name="connsiteY20" fmla="*/ 980596 h 1488320"/>
                <a:gd name="connsiteX21" fmla="*/ 60758 w 1033129"/>
                <a:gd name="connsiteY21" fmla="*/ 929038 h 1488320"/>
                <a:gd name="connsiteX22" fmla="*/ 96453 w 1033129"/>
                <a:gd name="connsiteY22" fmla="*/ 886853 h 1488320"/>
                <a:gd name="connsiteX23" fmla="*/ 115310 w 1033129"/>
                <a:gd name="connsiteY23" fmla="*/ 876654 h 1488320"/>
                <a:gd name="connsiteX24" fmla="*/ 130364 w 1033129"/>
                <a:gd name="connsiteY24" fmla="*/ 807447 h 1488320"/>
                <a:gd name="connsiteX25" fmla="*/ 139015 w 1033129"/>
                <a:gd name="connsiteY25" fmla="*/ 771263 h 1488320"/>
                <a:gd name="connsiteX26" fmla="*/ 151085 w 1033129"/>
                <a:gd name="connsiteY26" fmla="*/ 701988 h 1488320"/>
                <a:gd name="connsiteX27" fmla="*/ 171727 w 1033129"/>
                <a:gd name="connsiteY27" fmla="*/ 669317 h 1488320"/>
                <a:gd name="connsiteX28" fmla="*/ 184919 w 1033129"/>
                <a:gd name="connsiteY28" fmla="*/ 623273 h 1488320"/>
                <a:gd name="connsiteX29" fmla="*/ 216737 w 1033129"/>
                <a:gd name="connsiteY29" fmla="*/ 567717 h 1488320"/>
                <a:gd name="connsiteX30" fmla="*/ 241028 w 1033129"/>
                <a:gd name="connsiteY30" fmla="*/ 531186 h 1488320"/>
                <a:gd name="connsiteX31" fmla="*/ 402098 w 1033129"/>
                <a:gd name="connsiteY31" fmla="*/ 527288 h 1488320"/>
                <a:gd name="connsiteX32" fmla="*/ 581853 w 1033129"/>
                <a:gd name="connsiteY32" fmla="*/ 533669 h 1488320"/>
                <a:gd name="connsiteX0" fmla="*/ 581853 w 1033129"/>
                <a:gd name="connsiteY0" fmla="*/ 533669 h 1499408"/>
                <a:gd name="connsiteX1" fmla="*/ 689037 w 1033129"/>
                <a:gd name="connsiteY1" fmla="*/ 17121 h 1499408"/>
                <a:gd name="connsiteX2" fmla="*/ 895734 w 1033129"/>
                <a:gd name="connsiteY2" fmla="*/ 142432 h 1499408"/>
                <a:gd name="connsiteX3" fmla="*/ 1020050 w 1033129"/>
                <a:gd name="connsiteY3" fmla="*/ 329915 h 1499408"/>
                <a:gd name="connsiteX4" fmla="*/ 992125 w 1033129"/>
                <a:gd name="connsiteY4" fmla="*/ 703643 h 1499408"/>
                <a:gd name="connsiteX5" fmla="*/ 690022 w 1033129"/>
                <a:gd name="connsiteY5" fmla="*/ 697302 h 1499408"/>
                <a:gd name="connsiteX6" fmla="*/ 701665 w 1033129"/>
                <a:gd name="connsiteY6" fmla="*/ 823027 h 1499408"/>
                <a:gd name="connsiteX7" fmla="*/ 658434 w 1033129"/>
                <a:gd name="connsiteY7" fmla="*/ 1048559 h 1499408"/>
                <a:gd name="connsiteX8" fmla="*/ 668207 w 1033129"/>
                <a:gd name="connsiteY8" fmla="*/ 1140371 h 1499408"/>
                <a:gd name="connsiteX9" fmla="*/ 633585 w 1033129"/>
                <a:gd name="connsiteY9" fmla="*/ 1259617 h 1499408"/>
                <a:gd name="connsiteX10" fmla="*/ 579011 w 1033129"/>
                <a:gd name="connsiteY10" fmla="*/ 1434143 h 1499408"/>
                <a:gd name="connsiteX11" fmla="*/ 527703 w 1033129"/>
                <a:gd name="connsiteY11" fmla="*/ 1462266 h 1499408"/>
                <a:gd name="connsiteX12" fmla="*/ 441156 w 1033129"/>
                <a:gd name="connsiteY12" fmla="*/ 1485839 h 1499408"/>
                <a:gd name="connsiteX13" fmla="*/ 315185 w 1033129"/>
                <a:gd name="connsiteY13" fmla="*/ 1488320 h 1499408"/>
                <a:gd name="connsiteX14" fmla="*/ 185036 w 1033129"/>
                <a:gd name="connsiteY14" fmla="*/ 1498522 h 1499408"/>
                <a:gd name="connsiteX15" fmla="*/ 81190 w 1033129"/>
                <a:gd name="connsiteY15" fmla="*/ 1441725 h 1499408"/>
                <a:gd name="connsiteX16" fmla="*/ 36717 w 1033129"/>
                <a:gd name="connsiteY16" fmla="*/ 1385755 h 1499408"/>
                <a:gd name="connsiteX17" fmla="*/ 3594 w 1033129"/>
                <a:gd name="connsiteY17" fmla="*/ 1262376 h 1499408"/>
                <a:gd name="connsiteX18" fmla="*/ 2022 w 1033129"/>
                <a:gd name="connsiteY18" fmla="*/ 1155398 h 1499408"/>
                <a:gd name="connsiteX19" fmla="*/ 13654 w 1033129"/>
                <a:gd name="connsiteY19" fmla="*/ 1054900 h 1499408"/>
                <a:gd name="connsiteX20" fmla="*/ 30725 w 1033129"/>
                <a:gd name="connsiteY20" fmla="*/ 980596 h 1499408"/>
                <a:gd name="connsiteX21" fmla="*/ 60758 w 1033129"/>
                <a:gd name="connsiteY21" fmla="*/ 929038 h 1499408"/>
                <a:gd name="connsiteX22" fmla="*/ 96453 w 1033129"/>
                <a:gd name="connsiteY22" fmla="*/ 886853 h 1499408"/>
                <a:gd name="connsiteX23" fmla="*/ 115310 w 1033129"/>
                <a:gd name="connsiteY23" fmla="*/ 876654 h 1499408"/>
                <a:gd name="connsiteX24" fmla="*/ 130364 w 1033129"/>
                <a:gd name="connsiteY24" fmla="*/ 807447 h 1499408"/>
                <a:gd name="connsiteX25" fmla="*/ 139015 w 1033129"/>
                <a:gd name="connsiteY25" fmla="*/ 771263 h 1499408"/>
                <a:gd name="connsiteX26" fmla="*/ 151085 w 1033129"/>
                <a:gd name="connsiteY26" fmla="*/ 701988 h 1499408"/>
                <a:gd name="connsiteX27" fmla="*/ 171727 w 1033129"/>
                <a:gd name="connsiteY27" fmla="*/ 669317 h 1499408"/>
                <a:gd name="connsiteX28" fmla="*/ 184919 w 1033129"/>
                <a:gd name="connsiteY28" fmla="*/ 623273 h 1499408"/>
                <a:gd name="connsiteX29" fmla="*/ 216737 w 1033129"/>
                <a:gd name="connsiteY29" fmla="*/ 567717 h 1499408"/>
                <a:gd name="connsiteX30" fmla="*/ 241028 w 1033129"/>
                <a:gd name="connsiteY30" fmla="*/ 531186 h 1499408"/>
                <a:gd name="connsiteX31" fmla="*/ 402098 w 1033129"/>
                <a:gd name="connsiteY31" fmla="*/ 527288 h 1499408"/>
                <a:gd name="connsiteX32" fmla="*/ 581853 w 1033129"/>
                <a:gd name="connsiteY32" fmla="*/ 533669 h 1499408"/>
                <a:gd name="connsiteX0" fmla="*/ 581853 w 1033129"/>
                <a:gd name="connsiteY0" fmla="*/ 533669 h 1498785"/>
                <a:gd name="connsiteX1" fmla="*/ 689037 w 1033129"/>
                <a:gd name="connsiteY1" fmla="*/ 17121 h 1498785"/>
                <a:gd name="connsiteX2" fmla="*/ 895734 w 1033129"/>
                <a:gd name="connsiteY2" fmla="*/ 142432 h 1498785"/>
                <a:gd name="connsiteX3" fmla="*/ 1020050 w 1033129"/>
                <a:gd name="connsiteY3" fmla="*/ 329915 h 1498785"/>
                <a:gd name="connsiteX4" fmla="*/ 992125 w 1033129"/>
                <a:gd name="connsiteY4" fmla="*/ 703643 h 1498785"/>
                <a:gd name="connsiteX5" fmla="*/ 690022 w 1033129"/>
                <a:gd name="connsiteY5" fmla="*/ 697302 h 1498785"/>
                <a:gd name="connsiteX6" fmla="*/ 701665 w 1033129"/>
                <a:gd name="connsiteY6" fmla="*/ 823027 h 1498785"/>
                <a:gd name="connsiteX7" fmla="*/ 658434 w 1033129"/>
                <a:gd name="connsiteY7" fmla="*/ 1048559 h 1498785"/>
                <a:gd name="connsiteX8" fmla="*/ 668207 w 1033129"/>
                <a:gd name="connsiteY8" fmla="*/ 1140371 h 1498785"/>
                <a:gd name="connsiteX9" fmla="*/ 633585 w 1033129"/>
                <a:gd name="connsiteY9" fmla="*/ 1259617 h 1498785"/>
                <a:gd name="connsiteX10" fmla="*/ 579011 w 1033129"/>
                <a:gd name="connsiteY10" fmla="*/ 1434143 h 1498785"/>
                <a:gd name="connsiteX11" fmla="*/ 527703 w 1033129"/>
                <a:gd name="connsiteY11" fmla="*/ 1462266 h 1498785"/>
                <a:gd name="connsiteX12" fmla="*/ 441156 w 1033129"/>
                <a:gd name="connsiteY12" fmla="*/ 1485839 h 1498785"/>
                <a:gd name="connsiteX13" fmla="*/ 315185 w 1033129"/>
                <a:gd name="connsiteY13" fmla="*/ 1488320 h 1498785"/>
                <a:gd name="connsiteX14" fmla="*/ 185036 w 1033129"/>
                <a:gd name="connsiteY14" fmla="*/ 1498522 h 1498785"/>
                <a:gd name="connsiteX15" fmla="*/ 79327 w 1033129"/>
                <a:gd name="connsiteY15" fmla="*/ 1464471 h 1498785"/>
                <a:gd name="connsiteX16" fmla="*/ 36717 w 1033129"/>
                <a:gd name="connsiteY16" fmla="*/ 1385755 h 1498785"/>
                <a:gd name="connsiteX17" fmla="*/ 3594 w 1033129"/>
                <a:gd name="connsiteY17" fmla="*/ 1262376 h 1498785"/>
                <a:gd name="connsiteX18" fmla="*/ 2022 w 1033129"/>
                <a:gd name="connsiteY18" fmla="*/ 1155398 h 1498785"/>
                <a:gd name="connsiteX19" fmla="*/ 13654 w 1033129"/>
                <a:gd name="connsiteY19" fmla="*/ 1054900 h 1498785"/>
                <a:gd name="connsiteX20" fmla="*/ 30725 w 1033129"/>
                <a:gd name="connsiteY20" fmla="*/ 980596 h 1498785"/>
                <a:gd name="connsiteX21" fmla="*/ 60758 w 1033129"/>
                <a:gd name="connsiteY21" fmla="*/ 929038 h 1498785"/>
                <a:gd name="connsiteX22" fmla="*/ 96453 w 1033129"/>
                <a:gd name="connsiteY22" fmla="*/ 886853 h 1498785"/>
                <a:gd name="connsiteX23" fmla="*/ 115310 w 1033129"/>
                <a:gd name="connsiteY23" fmla="*/ 876654 h 1498785"/>
                <a:gd name="connsiteX24" fmla="*/ 130364 w 1033129"/>
                <a:gd name="connsiteY24" fmla="*/ 807447 h 1498785"/>
                <a:gd name="connsiteX25" fmla="*/ 139015 w 1033129"/>
                <a:gd name="connsiteY25" fmla="*/ 771263 h 1498785"/>
                <a:gd name="connsiteX26" fmla="*/ 151085 w 1033129"/>
                <a:gd name="connsiteY26" fmla="*/ 701988 h 1498785"/>
                <a:gd name="connsiteX27" fmla="*/ 171727 w 1033129"/>
                <a:gd name="connsiteY27" fmla="*/ 669317 h 1498785"/>
                <a:gd name="connsiteX28" fmla="*/ 184919 w 1033129"/>
                <a:gd name="connsiteY28" fmla="*/ 623273 h 1498785"/>
                <a:gd name="connsiteX29" fmla="*/ 216737 w 1033129"/>
                <a:gd name="connsiteY29" fmla="*/ 567717 h 1498785"/>
                <a:gd name="connsiteX30" fmla="*/ 241028 w 1033129"/>
                <a:gd name="connsiteY30" fmla="*/ 531186 h 1498785"/>
                <a:gd name="connsiteX31" fmla="*/ 402098 w 1033129"/>
                <a:gd name="connsiteY31" fmla="*/ 527288 h 1498785"/>
                <a:gd name="connsiteX32" fmla="*/ 581853 w 1033129"/>
                <a:gd name="connsiteY32" fmla="*/ 533669 h 1498785"/>
                <a:gd name="connsiteX0" fmla="*/ 581853 w 1033129"/>
                <a:gd name="connsiteY0" fmla="*/ 533669 h 1498628"/>
                <a:gd name="connsiteX1" fmla="*/ 689037 w 1033129"/>
                <a:gd name="connsiteY1" fmla="*/ 17121 h 1498628"/>
                <a:gd name="connsiteX2" fmla="*/ 895734 w 1033129"/>
                <a:gd name="connsiteY2" fmla="*/ 142432 h 1498628"/>
                <a:gd name="connsiteX3" fmla="*/ 1020050 w 1033129"/>
                <a:gd name="connsiteY3" fmla="*/ 329915 h 1498628"/>
                <a:gd name="connsiteX4" fmla="*/ 992125 w 1033129"/>
                <a:gd name="connsiteY4" fmla="*/ 703643 h 1498628"/>
                <a:gd name="connsiteX5" fmla="*/ 690022 w 1033129"/>
                <a:gd name="connsiteY5" fmla="*/ 697302 h 1498628"/>
                <a:gd name="connsiteX6" fmla="*/ 701665 w 1033129"/>
                <a:gd name="connsiteY6" fmla="*/ 823027 h 1498628"/>
                <a:gd name="connsiteX7" fmla="*/ 658434 w 1033129"/>
                <a:gd name="connsiteY7" fmla="*/ 1048559 h 1498628"/>
                <a:gd name="connsiteX8" fmla="*/ 668207 w 1033129"/>
                <a:gd name="connsiteY8" fmla="*/ 1140371 h 1498628"/>
                <a:gd name="connsiteX9" fmla="*/ 633585 w 1033129"/>
                <a:gd name="connsiteY9" fmla="*/ 1259617 h 1498628"/>
                <a:gd name="connsiteX10" fmla="*/ 579011 w 1033129"/>
                <a:gd name="connsiteY10" fmla="*/ 1434143 h 1498628"/>
                <a:gd name="connsiteX11" fmla="*/ 527703 w 1033129"/>
                <a:gd name="connsiteY11" fmla="*/ 1462266 h 1498628"/>
                <a:gd name="connsiteX12" fmla="*/ 441156 w 1033129"/>
                <a:gd name="connsiteY12" fmla="*/ 1485839 h 1498628"/>
                <a:gd name="connsiteX13" fmla="*/ 315185 w 1033129"/>
                <a:gd name="connsiteY13" fmla="*/ 1488320 h 1498628"/>
                <a:gd name="connsiteX14" fmla="*/ 185036 w 1033129"/>
                <a:gd name="connsiteY14" fmla="*/ 1498522 h 1498628"/>
                <a:gd name="connsiteX15" fmla="*/ 83052 w 1033129"/>
                <a:gd name="connsiteY15" fmla="*/ 1473569 h 1498628"/>
                <a:gd name="connsiteX16" fmla="*/ 36717 w 1033129"/>
                <a:gd name="connsiteY16" fmla="*/ 1385755 h 1498628"/>
                <a:gd name="connsiteX17" fmla="*/ 3594 w 1033129"/>
                <a:gd name="connsiteY17" fmla="*/ 1262376 h 1498628"/>
                <a:gd name="connsiteX18" fmla="*/ 2022 w 1033129"/>
                <a:gd name="connsiteY18" fmla="*/ 1155398 h 1498628"/>
                <a:gd name="connsiteX19" fmla="*/ 13654 w 1033129"/>
                <a:gd name="connsiteY19" fmla="*/ 1054900 h 1498628"/>
                <a:gd name="connsiteX20" fmla="*/ 30725 w 1033129"/>
                <a:gd name="connsiteY20" fmla="*/ 980596 h 1498628"/>
                <a:gd name="connsiteX21" fmla="*/ 60758 w 1033129"/>
                <a:gd name="connsiteY21" fmla="*/ 929038 h 1498628"/>
                <a:gd name="connsiteX22" fmla="*/ 96453 w 1033129"/>
                <a:gd name="connsiteY22" fmla="*/ 886853 h 1498628"/>
                <a:gd name="connsiteX23" fmla="*/ 115310 w 1033129"/>
                <a:gd name="connsiteY23" fmla="*/ 876654 h 1498628"/>
                <a:gd name="connsiteX24" fmla="*/ 130364 w 1033129"/>
                <a:gd name="connsiteY24" fmla="*/ 807447 h 1498628"/>
                <a:gd name="connsiteX25" fmla="*/ 139015 w 1033129"/>
                <a:gd name="connsiteY25" fmla="*/ 771263 h 1498628"/>
                <a:gd name="connsiteX26" fmla="*/ 151085 w 1033129"/>
                <a:gd name="connsiteY26" fmla="*/ 701988 h 1498628"/>
                <a:gd name="connsiteX27" fmla="*/ 171727 w 1033129"/>
                <a:gd name="connsiteY27" fmla="*/ 669317 h 1498628"/>
                <a:gd name="connsiteX28" fmla="*/ 184919 w 1033129"/>
                <a:gd name="connsiteY28" fmla="*/ 623273 h 1498628"/>
                <a:gd name="connsiteX29" fmla="*/ 216737 w 1033129"/>
                <a:gd name="connsiteY29" fmla="*/ 567717 h 1498628"/>
                <a:gd name="connsiteX30" fmla="*/ 241028 w 1033129"/>
                <a:gd name="connsiteY30" fmla="*/ 531186 h 1498628"/>
                <a:gd name="connsiteX31" fmla="*/ 402098 w 1033129"/>
                <a:gd name="connsiteY31" fmla="*/ 527288 h 1498628"/>
                <a:gd name="connsiteX32" fmla="*/ 581853 w 1033129"/>
                <a:gd name="connsiteY32" fmla="*/ 533669 h 1498628"/>
                <a:gd name="connsiteX0" fmla="*/ 581853 w 1033129"/>
                <a:gd name="connsiteY0" fmla="*/ 533669 h 1498628"/>
                <a:gd name="connsiteX1" fmla="*/ 689037 w 1033129"/>
                <a:gd name="connsiteY1" fmla="*/ 17121 h 1498628"/>
                <a:gd name="connsiteX2" fmla="*/ 895734 w 1033129"/>
                <a:gd name="connsiteY2" fmla="*/ 142432 h 1498628"/>
                <a:gd name="connsiteX3" fmla="*/ 1020050 w 1033129"/>
                <a:gd name="connsiteY3" fmla="*/ 329915 h 1498628"/>
                <a:gd name="connsiteX4" fmla="*/ 992125 w 1033129"/>
                <a:gd name="connsiteY4" fmla="*/ 703643 h 1498628"/>
                <a:gd name="connsiteX5" fmla="*/ 690022 w 1033129"/>
                <a:gd name="connsiteY5" fmla="*/ 697302 h 1498628"/>
                <a:gd name="connsiteX6" fmla="*/ 701665 w 1033129"/>
                <a:gd name="connsiteY6" fmla="*/ 823027 h 1498628"/>
                <a:gd name="connsiteX7" fmla="*/ 658434 w 1033129"/>
                <a:gd name="connsiteY7" fmla="*/ 1048559 h 1498628"/>
                <a:gd name="connsiteX8" fmla="*/ 668207 w 1033129"/>
                <a:gd name="connsiteY8" fmla="*/ 1140371 h 1498628"/>
                <a:gd name="connsiteX9" fmla="*/ 633585 w 1033129"/>
                <a:gd name="connsiteY9" fmla="*/ 1259617 h 1498628"/>
                <a:gd name="connsiteX10" fmla="*/ 579011 w 1033129"/>
                <a:gd name="connsiteY10" fmla="*/ 1434143 h 1498628"/>
                <a:gd name="connsiteX11" fmla="*/ 527703 w 1033129"/>
                <a:gd name="connsiteY11" fmla="*/ 1462266 h 1498628"/>
                <a:gd name="connsiteX12" fmla="*/ 441156 w 1033129"/>
                <a:gd name="connsiteY12" fmla="*/ 1485839 h 1498628"/>
                <a:gd name="connsiteX13" fmla="*/ 315185 w 1033129"/>
                <a:gd name="connsiteY13" fmla="*/ 1488320 h 1498628"/>
                <a:gd name="connsiteX14" fmla="*/ 185036 w 1033129"/>
                <a:gd name="connsiteY14" fmla="*/ 1498522 h 1498628"/>
                <a:gd name="connsiteX15" fmla="*/ 83052 w 1033129"/>
                <a:gd name="connsiteY15" fmla="*/ 1473569 h 1498628"/>
                <a:gd name="connsiteX16" fmla="*/ 36717 w 1033129"/>
                <a:gd name="connsiteY16" fmla="*/ 1385755 h 1498628"/>
                <a:gd name="connsiteX17" fmla="*/ 3594 w 1033129"/>
                <a:gd name="connsiteY17" fmla="*/ 1262376 h 1498628"/>
                <a:gd name="connsiteX18" fmla="*/ 2022 w 1033129"/>
                <a:gd name="connsiteY18" fmla="*/ 1155398 h 1498628"/>
                <a:gd name="connsiteX19" fmla="*/ 13654 w 1033129"/>
                <a:gd name="connsiteY19" fmla="*/ 1054900 h 1498628"/>
                <a:gd name="connsiteX20" fmla="*/ 30725 w 1033129"/>
                <a:gd name="connsiteY20" fmla="*/ 980596 h 1498628"/>
                <a:gd name="connsiteX21" fmla="*/ 60758 w 1033129"/>
                <a:gd name="connsiteY21" fmla="*/ 929038 h 1498628"/>
                <a:gd name="connsiteX22" fmla="*/ 96453 w 1033129"/>
                <a:gd name="connsiteY22" fmla="*/ 886853 h 1498628"/>
                <a:gd name="connsiteX23" fmla="*/ 115310 w 1033129"/>
                <a:gd name="connsiteY23" fmla="*/ 876654 h 1498628"/>
                <a:gd name="connsiteX24" fmla="*/ 130364 w 1033129"/>
                <a:gd name="connsiteY24" fmla="*/ 807447 h 1498628"/>
                <a:gd name="connsiteX25" fmla="*/ 139015 w 1033129"/>
                <a:gd name="connsiteY25" fmla="*/ 771263 h 1498628"/>
                <a:gd name="connsiteX26" fmla="*/ 151085 w 1033129"/>
                <a:gd name="connsiteY26" fmla="*/ 701988 h 1498628"/>
                <a:gd name="connsiteX27" fmla="*/ 171727 w 1033129"/>
                <a:gd name="connsiteY27" fmla="*/ 669317 h 1498628"/>
                <a:gd name="connsiteX28" fmla="*/ 184919 w 1033129"/>
                <a:gd name="connsiteY28" fmla="*/ 623273 h 1498628"/>
                <a:gd name="connsiteX29" fmla="*/ 216737 w 1033129"/>
                <a:gd name="connsiteY29" fmla="*/ 567717 h 1498628"/>
                <a:gd name="connsiteX30" fmla="*/ 241028 w 1033129"/>
                <a:gd name="connsiteY30" fmla="*/ 531186 h 1498628"/>
                <a:gd name="connsiteX31" fmla="*/ 402098 w 1033129"/>
                <a:gd name="connsiteY31" fmla="*/ 527288 h 1498628"/>
                <a:gd name="connsiteX32" fmla="*/ 581853 w 1033129"/>
                <a:gd name="connsiteY32" fmla="*/ 533669 h 1498628"/>
                <a:gd name="connsiteX0" fmla="*/ 581853 w 1033129"/>
                <a:gd name="connsiteY0" fmla="*/ 533669 h 1506517"/>
                <a:gd name="connsiteX1" fmla="*/ 689037 w 1033129"/>
                <a:gd name="connsiteY1" fmla="*/ 17121 h 1506517"/>
                <a:gd name="connsiteX2" fmla="*/ 895734 w 1033129"/>
                <a:gd name="connsiteY2" fmla="*/ 142432 h 1506517"/>
                <a:gd name="connsiteX3" fmla="*/ 1020050 w 1033129"/>
                <a:gd name="connsiteY3" fmla="*/ 329915 h 1506517"/>
                <a:gd name="connsiteX4" fmla="*/ 992125 w 1033129"/>
                <a:gd name="connsiteY4" fmla="*/ 703643 h 1506517"/>
                <a:gd name="connsiteX5" fmla="*/ 690022 w 1033129"/>
                <a:gd name="connsiteY5" fmla="*/ 697302 h 1506517"/>
                <a:gd name="connsiteX6" fmla="*/ 701665 w 1033129"/>
                <a:gd name="connsiteY6" fmla="*/ 823027 h 1506517"/>
                <a:gd name="connsiteX7" fmla="*/ 658434 w 1033129"/>
                <a:gd name="connsiteY7" fmla="*/ 1048559 h 1506517"/>
                <a:gd name="connsiteX8" fmla="*/ 668207 w 1033129"/>
                <a:gd name="connsiteY8" fmla="*/ 1140371 h 1506517"/>
                <a:gd name="connsiteX9" fmla="*/ 633585 w 1033129"/>
                <a:gd name="connsiteY9" fmla="*/ 1259617 h 1506517"/>
                <a:gd name="connsiteX10" fmla="*/ 579011 w 1033129"/>
                <a:gd name="connsiteY10" fmla="*/ 1434143 h 1506517"/>
                <a:gd name="connsiteX11" fmla="*/ 527703 w 1033129"/>
                <a:gd name="connsiteY11" fmla="*/ 1462266 h 1506517"/>
                <a:gd name="connsiteX12" fmla="*/ 441156 w 1033129"/>
                <a:gd name="connsiteY12" fmla="*/ 1485839 h 1506517"/>
                <a:gd name="connsiteX13" fmla="*/ 320773 w 1033129"/>
                <a:gd name="connsiteY13" fmla="*/ 1506517 h 1506517"/>
                <a:gd name="connsiteX14" fmla="*/ 185036 w 1033129"/>
                <a:gd name="connsiteY14" fmla="*/ 1498522 h 1506517"/>
                <a:gd name="connsiteX15" fmla="*/ 83052 w 1033129"/>
                <a:gd name="connsiteY15" fmla="*/ 1473569 h 1506517"/>
                <a:gd name="connsiteX16" fmla="*/ 36717 w 1033129"/>
                <a:gd name="connsiteY16" fmla="*/ 1385755 h 1506517"/>
                <a:gd name="connsiteX17" fmla="*/ 3594 w 1033129"/>
                <a:gd name="connsiteY17" fmla="*/ 1262376 h 1506517"/>
                <a:gd name="connsiteX18" fmla="*/ 2022 w 1033129"/>
                <a:gd name="connsiteY18" fmla="*/ 1155398 h 1506517"/>
                <a:gd name="connsiteX19" fmla="*/ 13654 w 1033129"/>
                <a:gd name="connsiteY19" fmla="*/ 1054900 h 1506517"/>
                <a:gd name="connsiteX20" fmla="*/ 30725 w 1033129"/>
                <a:gd name="connsiteY20" fmla="*/ 980596 h 1506517"/>
                <a:gd name="connsiteX21" fmla="*/ 60758 w 1033129"/>
                <a:gd name="connsiteY21" fmla="*/ 929038 h 1506517"/>
                <a:gd name="connsiteX22" fmla="*/ 96453 w 1033129"/>
                <a:gd name="connsiteY22" fmla="*/ 886853 h 1506517"/>
                <a:gd name="connsiteX23" fmla="*/ 115310 w 1033129"/>
                <a:gd name="connsiteY23" fmla="*/ 876654 h 1506517"/>
                <a:gd name="connsiteX24" fmla="*/ 130364 w 1033129"/>
                <a:gd name="connsiteY24" fmla="*/ 807447 h 1506517"/>
                <a:gd name="connsiteX25" fmla="*/ 139015 w 1033129"/>
                <a:gd name="connsiteY25" fmla="*/ 771263 h 1506517"/>
                <a:gd name="connsiteX26" fmla="*/ 151085 w 1033129"/>
                <a:gd name="connsiteY26" fmla="*/ 701988 h 1506517"/>
                <a:gd name="connsiteX27" fmla="*/ 171727 w 1033129"/>
                <a:gd name="connsiteY27" fmla="*/ 669317 h 1506517"/>
                <a:gd name="connsiteX28" fmla="*/ 184919 w 1033129"/>
                <a:gd name="connsiteY28" fmla="*/ 623273 h 1506517"/>
                <a:gd name="connsiteX29" fmla="*/ 216737 w 1033129"/>
                <a:gd name="connsiteY29" fmla="*/ 567717 h 1506517"/>
                <a:gd name="connsiteX30" fmla="*/ 241028 w 1033129"/>
                <a:gd name="connsiteY30" fmla="*/ 531186 h 1506517"/>
                <a:gd name="connsiteX31" fmla="*/ 402098 w 1033129"/>
                <a:gd name="connsiteY31" fmla="*/ 527288 h 1506517"/>
                <a:gd name="connsiteX32" fmla="*/ 581853 w 1033129"/>
                <a:gd name="connsiteY32" fmla="*/ 533669 h 1506517"/>
                <a:gd name="connsiteX0" fmla="*/ 581853 w 1033129"/>
                <a:gd name="connsiteY0" fmla="*/ 533669 h 1506517"/>
                <a:gd name="connsiteX1" fmla="*/ 689037 w 1033129"/>
                <a:gd name="connsiteY1" fmla="*/ 17121 h 1506517"/>
                <a:gd name="connsiteX2" fmla="*/ 895734 w 1033129"/>
                <a:gd name="connsiteY2" fmla="*/ 142432 h 1506517"/>
                <a:gd name="connsiteX3" fmla="*/ 1020050 w 1033129"/>
                <a:gd name="connsiteY3" fmla="*/ 329915 h 1506517"/>
                <a:gd name="connsiteX4" fmla="*/ 992125 w 1033129"/>
                <a:gd name="connsiteY4" fmla="*/ 703643 h 1506517"/>
                <a:gd name="connsiteX5" fmla="*/ 690022 w 1033129"/>
                <a:gd name="connsiteY5" fmla="*/ 697302 h 1506517"/>
                <a:gd name="connsiteX6" fmla="*/ 701665 w 1033129"/>
                <a:gd name="connsiteY6" fmla="*/ 823027 h 1506517"/>
                <a:gd name="connsiteX7" fmla="*/ 658434 w 1033129"/>
                <a:gd name="connsiteY7" fmla="*/ 1048559 h 1506517"/>
                <a:gd name="connsiteX8" fmla="*/ 668207 w 1033129"/>
                <a:gd name="connsiteY8" fmla="*/ 1140371 h 1506517"/>
                <a:gd name="connsiteX9" fmla="*/ 633585 w 1033129"/>
                <a:gd name="connsiteY9" fmla="*/ 1259617 h 1506517"/>
                <a:gd name="connsiteX10" fmla="*/ 579011 w 1033129"/>
                <a:gd name="connsiteY10" fmla="*/ 1434143 h 1506517"/>
                <a:gd name="connsiteX11" fmla="*/ 527703 w 1033129"/>
                <a:gd name="connsiteY11" fmla="*/ 1462266 h 1506517"/>
                <a:gd name="connsiteX12" fmla="*/ 441156 w 1033129"/>
                <a:gd name="connsiteY12" fmla="*/ 1485839 h 1506517"/>
                <a:gd name="connsiteX13" fmla="*/ 320773 w 1033129"/>
                <a:gd name="connsiteY13" fmla="*/ 1506517 h 1506517"/>
                <a:gd name="connsiteX14" fmla="*/ 185036 w 1033129"/>
                <a:gd name="connsiteY14" fmla="*/ 1498522 h 1506517"/>
                <a:gd name="connsiteX15" fmla="*/ 83052 w 1033129"/>
                <a:gd name="connsiteY15" fmla="*/ 1473569 h 1506517"/>
                <a:gd name="connsiteX16" fmla="*/ 36717 w 1033129"/>
                <a:gd name="connsiteY16" fmla="*/ 1385755 h 1506517"/>
                <a:gd name="connsiteX17" fmla="*/ 3594 w 1033129"/>
                <a:gd name="connsiteY17" fmla="*/ 1262376 h 1506517"/>
                <a:gd name="connsiteX18" fmla="*/ 2022 w 1033129"/>
                <a:gd name="connsiteY18" fmla="*/ 1155398 h 1506517"/>
                <a:gd name="connsiteX19" fmla="*/ 13654 w 1033129"/>
                <a:gd name="connsiteY19" fmla="*/ 1054900 h 1506517"/>
                <a:gd name="connsiteX20" fmla="*/ 30725 w 1033129"/>
                <a:gd name="connsiteY20" fmla="*/ 980596 h 1506517"/>
                <a:gd name="connsiteX21" fmla="*/ 60758 w 1033129"/>
                <a:gd name="connsiteY21" fmla="*/ 929038 h 1506517"/>
                <a:gd name="connsiteX22" fmla="*/ 96453 w 1033129"/>
                <a:gd name="connsiteY22" fmla="*/ 886853 h 1506517"/>
                <a:gd name="connsiteX23" fmla="*/ 115310 w 1033129"/>
                <a:gd name="connsiteY23" fmla="*/ 876654 h 1506517"/>
                <a:gd name="connsiteX24" fmla="*/ 130364 w 1033129"/>
                <a:gd name="connsiteY24" fmla="*/ 807447 h 1506517"/>
                <a:gd name="connsiteX25" fmla="*/ 139015 w 1033129"/>
                <a:gd name="connsiteY25" fmla="*/ 771263 h 1506517"/>
                <a:gd name="connsiteX26" fmla="*/ 151085 w 1033129"/>
                <a:gd name="connsiteY26" fmla="*/ 701988 h 1506517"/>
                <a:gd name="connsiteX27" fmla="*/ 171727 w 1033129"/>
                <a:gd name="connsiteY27" fmla="*/ 669317 h 1506517"/>
                <a:gd name="connsiteX28" fmla="*/ 184919 w 1033129"/>
                <a:gd name="connsiteY28" fmla="*/ 623273 h 1506517"/>
                <a:gd name="connsiteX29" fmla="*/ 216737 w 1033129"/>
                <a:gd name="connsiteY29" fmla="*/ 567717 h 1506517"/>
                <a:gd name="connsiteX30" fmla="*/ 241028 w 1033129"/>
                <a:gd name="connsiteY30" fmla="*/ 531186 h 1506517"/>
                <a:gd name="connsiteX31" fmla="*/ 402098 w 1033129"/>
                <a:gd name="connsiteY31" fmla="*/ 527288 h 1506517"/>
                <a:gd name="connsiteX32" fmla="*/ 581853 w 1033129"/>
                <a:gd name="connsiteY32" fmla="*/ 533669 h 1506517"/>
                <a:gd name="connsiteX0" fmla="*/ 581853 w 1033129"/>
                <a:gd name="connsiteY0" fmla="*/ 533669 h 1507661"/>
                <a:gd name="connsiteX1" fmla="*/ 689037 w 1033129"/>
                <a:gd name="connsiteY1" fmla="*/ 17121 h 1507661"/>
                <a:gd name="connsiteX2" fmla="*/ 895734 w 1033129"/>
                <a:gd name="connsiteY2" fmla="*/ 142432 h 1507661"/>
                <a:gd name="connsiteX3" fmla="*/ 1020050 w 1033129"/>
                <a:gd name="connsiteY3" fmla="*/ 329915 h 1507661"/>
                <a:gd name="connsiteX4" fmla="*/ 992125 w 1033129"/>
                <a:gd name="connsiteY4" fmla="*/ 703643 h 1507661"/>
                <a:gd name="connsiteX5" fmla="*/ 690022 w 1033129"/>
                <a:gd name="connsiteY5" fmla="*/ 697302 h 1507661"/>
                <a:gd name="connsiteX6" fmla="*/ 701665 w 1033129"/>
                <a:gd name="connsiteY6" fmla="*/ 823027 h 1507661"/>
                <a:gd name="connsiteX7" fmla="*/ 658434 w 1033129"/>
                <a:gd name="connsiteY7" fmla="*/ 1048559 h 1507661"/>
                <a:gd name="connsiteX8" fmla="*/ 668207 w 1033129"/>
                <a:gd name="connsiteY8" fmla="*/ 1140371 h 1507661"/>
                <a:gd name="connsiteX9" fmla="*/ 633585 w 1033129"/>
                <a:gd name="connsiteY9" fmla="*/ 1259617 h 1507661"/>
                <a:gd name="connsiteX10" fmla="*/ 579011 w 1033129"/>
                <a:gd name="connsiteY10" fmla="*/ 1434143 h 1507661"/>
                <a:gd name="connsiteX11" fmla="*/ 527703 w 1033129"/>
                <a:gd name="connsiteY11" fmla="*/ 1462266 h 1507661"/>
                <a:gd name="connsiteX12" fmla="*/ 441156 w 1033129"/>
                <a:gd name="connsiteY12" fmla="*/ 1485839 h 1507661"/>
                <a:gd name="connsiteX13" fmla="*/ 320773 w 1033129"/>
                <a:gd name="connsiteY13" fmla="*/ 1506517 h 1507661"/>
                <a:gd name="connsiteX14" fmla="*/ 185036 w 1033129"/>
                <a:gd name="connsiteY14" fmla="*/ 1498522 h 1507661"/>
                <a:gd name="connsiteX15" fmla="*/ 83052 w 1033129"/>
                <a:gd name="connsiteY15" fmla="*/ 1473569 h 1507661"/>
                <a:gd name="connsiteX16" fmla="*/ 36717 w 1033129"/>
                <a:gd name="connsiteY16" fmla="*/ 1385755 h 1507661"/>
                <a:gd name="connsiteX17" fmla="*/ 3594 w 1033129"/>
                <a:gd name="connsiteY17" fmla="*/ 1262376 h 1507661"/>
                <a:gd name="connsiteX18" fmla="*/ 2022 w 1033129"/>
                <a:gd name="connsiteY18" fmla="*/ 1155398 h 1507661"/>
                <a:gd name="connsiteX19" fmla="*/ 13654 w 1033129"/>
                <a:gd name="connsiteY19" fmla="*/ 1054900 h 1507661"/>
                <a:gd name="connsiteX20" fmla="*/ 30725 w 1033129"/>
                <a:gd name="connsiteY20" fmla="*/ 980596 h 1507661"/>
                <a:gd name="connsiteX21" fmla="*/ 60758 w 1033129"/>
                <a:gd name="connsiteY21" fmla="*/ 929038 h 1507661"/>
                <a:gd name="connsiteX22" fmla="*/ 96453 w 1033129"/>
                <a:gd name="connsiteY22" fmla="*/ 886853 h 1507661"/>
                <a:gd name="connsiteX23" fmla="*/ 115310 w 1033129"/>
                <a:gd name="connsiteY23" fmla="*/ 876654 h 1507661"/>
                <a:gd name="connsiteX24" fmla="*/ 130364 w 1033129"/>
                <a:gd name="connsiteY24" fmla="*/ 807447 h 1507661"/>
                <a:gd name="connsiteX25" fmla="*/ 139015 w 1033129"/>
                <a:gd name="connsiteY25" fmla="*/ 771263 h 1507661"/>
                <a:gd name="connsiteX26" fmla="*/ 151085 w 1033129"/>
                <a:gd name="connsiteY26" fmla="*/ 701988 h 1507661"/>
                <a:gd name="connsiteX27" fmla="*/ 171727 w 1033129"/>
                <a:gd name="connsiteY27" fmla="*/ 669317 h 1507661"/>
                <a:gd name="connsiteX28" fmla="*/ 184919 w 1033129"/>
                <a:gd name="connsiteY28" fmla="*/ 623273 h 1507661"/>
                <a:gd name="connsiteX29" fmla="*/ 216737 w 1033129"/>
                <a:gd name="connsiteY29" fmla="*/ 567717 h 1507661"/>
                <a:gd name="connsiteX30" fmla="*/ 241028 w 1033129"/>
                <a:gd name="connsiteY30" fmla="*/ 531186 h 1507661"/>
                <a:gd name="connsiteX31" fmla="*/ 402098 w 1033129"/>
                <a:gd name="connsiteY31" fmla="*/ 527288 h 1507661"/>
                <a:gd name="connsiteX32" fmla="*/ 581853 w 1033129"/>
                <a:gd name="connsiteY32" fmla="*/ 533669 h 1507661"/>
                <a:gd name="connsiteX0" fmla="*/ 581853 w 1033129"/>
                <a:gd name="connsiteY0" fmla="*/ 533669 h 1510389"/>
                <a:gd name="connsiteX1" fmla="*/ 689037 w 1033129"/>
                <a:gd name="connsiteY1" fmla="*/ 17121 h 1510389"/>
                <a:gd name="connsiteX2" fmla="*/ 895734 w 1033129"/>
                <a:gd name="connsiteY2" fmla="*/ 142432 h 1510389"/>
                <a:gd name="connsiteX3" fmla="*/ 1020050 w 1033129"/>
                <a:gd name="connsiteY3" fmla="*/ 329915 h 1510389"/>
                <a:gd name="connsiteX4" fmla="*/ 992125 w 1033129"/>
                <a:gd name="connsiteY4" fmla="*/ 703643 h 1510389"/>
                <a:gd name="connsiteX5" fmla="*/ 690022 w 1033129"/>
                <a:gd name="connsiteY5" fmla="*/ 697302 h 1510389"/>
                <a:gd name="connsiteX6" fmla="*/ 701665 w 1033129"/>
                <a:gd name="connsiteY6" fmla="*/ 823027 h 1510389"/>
                <a:gd name="connsiteX7" fmla="*/ 658434 w 1033129"/>
                <a:gd name="connsiteY7" fmla="*/ 1048559 h 1510389"/>
                <a:gd name="connsiteX8" fmla="*/ 668207 w 1033129"/>
                <a:gd name="connsiteY8" fmla="*/ 1140371 h 1510389"/>
                <a:gd name="connsiteX9" fmla="*/ 633585 w 1033129"/>
                <a:gd name="connsiteY9" fmla="*/ 1259617 h 1510389"/>
                <a:gd name="connsiteX10" fmla="*/ 579011 w 1033129"/>
                <a:gd name="connsiteY10" fmla="*/ 1434143 h 1510389"/>
                <a:gd name="connsiteX11" fmla="*/ 527703 w 1033129"/>
                <a:gd name="connsiteY11" fmla="*/ 1462266 h 1510389"/>
                <a:gd name="connsiteX12" fmla="*/ 437431 w 1033129"/>
                <a:gd name="connsiteY12" fmla="*/ 1504036 h 1510389"/>
                <a:gd name="connsiteX13" fmla="*/ 320773 w 1033129"/>
                <a:gd name="connsiteY13" fmla="*/ 1506517 h 1510389"/>
                <a:gd name="connsiteX14" fmla="*/ 185036 w 1033129"/>
                <a:gd name="connsiteY14" fmla="*/ 1498522 h 1510389"/>
                <a:gd name="connsiteX15" fmla="*/ 83052 w 1033129"/>
                <a:gd name="connsiteY15" fmla="*/ 1473569 h 1510389"/>
                <a:gd name="connsiteX16" fmla="*/ 36717 w 1033129"/>
                <a:gd name="connsiteY16" fmla="*/ 1385755 h 1510389"/>
                <a:gd name="connsiteX17" fmla="*/ 3594 w 1033129"/>
                <a:gd name="connsiteY17" fmla="*/ 1262376 h 1510389"/>
                <a:gd name="connsiteX18" fmla="*/ 2022 w 1033129"/>
                <a:gd name="connsiteY18" fmla="*/ 1155398 h 1510389"/>
                <a:gd name="connsiteX19" fmla="*/ 13654 w 1033129"/>
                <a:gd name="connsiteY19" fmla="*/ 1054900 h 1510389"/>
                <a:gd name="connsiteX20" fmla="*/ 30725 w 1033129"/>
                <a:gd name="connsiteY20" fmla="*/ 980596 h 1510389"/>
                <a:gd name="connsiteX21" fmla="*/ 60758 w 1033129"/>
                <a:gd name="connsiteY21" fmla="*/ 929038 h 1510389"/>
                <a:gd name="connsiteX22" fmla="*/ 96453 w 1033129"/>
                <a:gd name="connsiteY22" fmla="*/ 886853 h 1510389"/>
                <a:gd name="connsiteX23" fmla="*/ 115310 w 1033129"/>
                <a:gd name="connsiteY23" fmla="*/ 876654 h 1510389"/>
                <a:gd name="connsiteX24" fmla="*/ 130364 w 1033129"/>
                <a:gd name="connsiteY24" fmla="*/ 807447 h 1510389"/>
                <a:gd name="connsiteX25" fmla="*/ 139015 w 1033129"/>
                <a:gd name="connsiteY25" fmla="*/ 771263 h 1510389"/>
                <a:gd name="connsiteX26" fmla="*/ 151085 w 1033129"/>
                <a:gd name="connsiteY26" fmla="*/ 701988 h 1510389"/>
                <a:gd name="connsiteX27" fmla="*/ 171727 w 1033129"/>
                <a:gd name="connsiteY27" fmla="*/ 669317 h 1510389"/>
                <a:gd name="connsiteX28" fmla="*/ 184919 w 1033129"/>
                <a:gd name="connsiteY28" fmla="*/ 623273 h 1510389"/>
                <a:gd name="connsiteX29" fmla="*/ 216737 w 1033129"/>
                <a:gd name="connsiteY29" fmla="*/ 567717 h 1510389"/>
                <a:gd name="connsiteX30" fmla="*/ 241028 w 1033129"/>
                <a:gd name="connsiteY30" fmla="*/ 531186 h 1510389"/>
                <a:gd name="connsiteX31" fmla="*/ 402098 w 1033129"/>
                <a:gd name="connsiteY31" fmla="*/ 527288 h 1510389"/>
                <a:gd name="connsiteX32" fmla="*/ 581853 w 1033129"/>
                <a:gd name="connsiteY32" fmla="*/ 533669 h 1510389"/>
                <a:gd name="connsiteX0" fmla="*/ 581853 w 1033129"/>
                <a:gd name="connsiteY0" fmla="*/ 533669 h 1508076"/>
                <a:gd name="connsiteX1" fmla="*/ 689037 w 1033129"/>
                <a:gd name="connsiteY1" fmla="*/ 17121 h 1508076"/>
                <a:gd name="connsiteX2" fmla="*/ 895734 w 1033129"/>
                <a:gd name="connsiteY2" fmla="*/ 142432 h 1508076"/>
                <a:gd name="connsiteX3" fmla="*/ 1020050 w 1033129"/>
                <a:gd name="connsiteY3" fmla="*/ 329915 h 1508076"/>
                <a:gd name="connsiteX4" fmla="*/ 992125 w 1033129"/>
                <a:gd name="connsiteY4" fmla="*/ 703643 h 1508076"/>
                <a:gd name="connsiteX5" fmla="*/ 690022 w 1033129"/>
                <a:gd name="connsiteY5" fmla="*/ 697302 h 1508076"/>
                <a:gd name="connsiteX6" fmla="*/ 701665 w 1033129"/>
                <a:gd name="connsiteY6" fmla="*/ 823027 h 1508076"/>
                <a:gd name="connsiteX7" fmla="*/ 658434 w 1033129"/>
                <a:gd name="connsiteY7" fmla="*/ 1048559 h 1508076"/>
                <a:gd name="connsiteX8" fmla="*/ 668207 w 1033129"/>
                <a:gd name="connsiteY8" fmla="*/ 1140371 h 1508076"/>
                <a:gd name="connsiteX9" fmla="*/ 633585 w 1033129"/>
                <a:gd name="connsiteY9" fmla="*/ 1259617 h 1508076"/>
                <a:gd name="connsiteX10" fmla="*/ 579011 w 1033129"/>
                <a:gd name="connsiteY10" fmla="*/ 1434143 h 1508076"/>
                <a:gd name="connsiteX11" fmla="*/ 527703 w 1033129"/>
                <a:gd name="connsiteY11" fmla="*/ 1462266 h 1508076"/>
                <a:gd name="connsiteX12" fmla="*/ 437431 w 1033129"/>
                <a:gd name="connsiteY12" fmla="*/ 1504036 h 1508076"/>
                <a:gd name="connsiteX13" fmla="*/ 320773 w 1033129"/>
                <a:gd name="connsiteY13" fmla="*/ 1506517 h 1508076"/>
                <a:gd name="connsiteX14" fmla="*/ 185036 w 1033129"/>
                <a:gd name="connsiteY14" fmla="*/ 1498522 h 1508076"/>
                <a:gd name="connsiteX15" fmla="*/ 83052 w 1033129"/>
                <a:gd name="connsiteY15" fmla="*/ 1473569 h 1508076"/>
                <a:gd name="connsiteX16" fmla="*/ 36717 w 1033129"/>
                <a:gd name="connsiteY16" fmla="*/ 1385755 h 1508076"/>
                <a:gd name="connsiteX17" fmla="*/ 3594 w 1033129"/>
                <a:gd name="connsiteY17" fmla="*/ 1262376 h 1508076"/>
                <a:gd name="connsiteX18" fmla="*/ 2022 w 1033129"/>
                <a:gd name="connsiteY18" fmla="*/ 1155398 h 1508076"/>
                <a:gd name="connsiteX19" fmla="*/ 13654 w 1033129"/>
                <a:gd name="connsiteY19" fmla="*/ 1054900 h 1508076"/>
                <a:gd name="connsiteX20" fmla="*/ 30725 w 1033129"/>
                <a:gd name="connsiteY20" fmla="*/ 980596 h 1508076"/>
                <a:gd name="connsiteX21" fmla="*/ 60758 w 1033129"/>
                <a:gd name="connsiteY21" fmla="*/ 929038 h 1508076"/>
                <a:gd name="connsiteX22" fmla="*/ 96453 w 1033129"/>
                <a:gd name="connsiteY22" fmla="*/ 886853 h 1508076"/>
                <a:gd name="connsiteX23" fmla="*/ 115310 w 1033129"/>
                <a:gd name="connsiteY23" fmla="*/ 876654 h 1508076"/>
                <a:gd name="connsiteX24" fmla="*/ 130364 w 1033129"/>
                <a:gd name="connsiteY24" fmla="*/ 807447 h 1508076"/>
                <a:gd name="connsiteX25" fmla="*/ 139015 w 1033129"/>
                <a:gd name="connsiteY25" fmla="*/ 771263 h 1508076"/>
                <a:gd name="connsiteX26" fmla="*/ 151085 w 1033129"/>
                <a:gd name="connsiteY26" fmla="*/ 701988 h 1508076"/>
                <a:gd name="connsiteX27" fmla="*/ 171727 w 1033129"/>
                <a:gd name="connsiteY27" fmla="*/ 669317 h 1508076"/>
                <a:gd name="connsiteX28" fmla="*/ 184919 w 1033129"/>
                <a:gd name="connsiteY28" fmla="*/ 623273 h 1508076"/>
                <a:gd name="connsiteX29" fmla="*/ 216737 w 1033129"/>
                <a:gd name="connsiteY29" fmla="*/ 567717 h 1508076"/>
                <a:gd name="connsiteX30" fmla="*/ 241028 w 1033129"/>
                <a:gd name="connsiteY30" fmla="*/ 531186 h 1508076"/>
                <a:gd name="connsiteX31" fmla="*/ 402098 w 1033129"/>
                <a:gd name="connsiteY31" fmla="*/ 527288 h 1508076"/>
                <a:gd name="connsiteX32" fmla="*/ 581853 w 1033129"/>
                <a:gd name="connsiteY32" fmla="*/ 533669 h 1508076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8434 w 1033129"/>
                <a:gd name="connsiteY7" fmla="*/ 1048559 h 1509179"/>
                <a:gd name="connsiteX8" fmla="*/ 668207 w 1033129"/>
                <a:gd name="connsiteY8" fmla="*/ 1140371 h 1509179"/>
                <a:gd name="connsiteX9" fmla="*/ 633585 w 1033129"/>
                <a:gd name="connsiteY9" fmla="*/ 1259617 h 1509179"/>
                <a:gd name="connsiteX10" fmla="*/ 579011 w 1033129"/>
                <a:gd name="connsiteY10" fmla="*/ 1434143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8434 w 1033129"/>
                <a:gd name="connsiteY7" fmla="*/ 1048559 h 1509179"/>
                <a:gd name="connsiteX8" fmla="*/ 668207 w 1033129"/>
                <a:gd name="connsiteY8" fmla="*/ 1140371 h 1509179"/>
                <a:gd name="connsiteX9" fmla="*/ 633585 w 1033129"/>
                <a:gd name="connsiteY9" fmla="*/ 1259617 h 1509179"/>
                <a:gd name="connsiteX10" fmla="*/ 579011 w 1033129"/>
                <a:gd name="connsiteY10" fmla="*/ 1434143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8434 w 1033129"/>
                <a:gd name="connsiteY7" fmla="*/ 1048559 h 1509179"/>
                <a:gd name="connsiteX8" fmla="*/ 668207 w 1033129"/>
                <a:gd name="connsiteY8" fmla="*/ 1140371 h 1509179"/>
                <a:gd name="connsiteX9" fmla="*/ 633585 w 1033129"/>
                <a:gd name="connsiteY9" fmla="*/ 1259617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8434 w 1033129"/>
                <a:gd name="connsiteY7" fmla="*/ 1048559 h 1509179"/>
                <a:gd name="connsiteX8" fmla="*/ 668207 w 1033129"/>
                <a:gd name="connsiteY8" fmla="*/ 1140371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8434 w 1033129"/>
                <a:gd name="connsiteY7" fmla="*/ 104855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0984 w 1033129"/>
                <a:gd name="connsiteY7" fmla="*/ 105310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0984 w 1033129"/>
                <a:gd name="connsiteY7" fmla="*/ 105310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402098 w 1033129"/>
                <a:gd name="connsiteY31" fmla="*/ 527288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0984 w 1033129"/>
                <a:gd name="connsiteY7" fmla="*/ 105310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299653 w 1033129"/>
                <a:gd name="connsiteY31" fmla="*/ 522739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0984 w 1033129"/>
                <a:gd name="connsiteY7" fmla="*/ 105310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299653 w 1033129"/>
                <a:gd name="connsiteY31" fmla="*/ 522739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0984 w 1033129"/>
                <a:gd name="connsiteY7" fmla="*/ 105310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299653 w 1033129"/>
                <a:gd name="connsiteY31" fmla="*/ 522739 h 1509179"/>
                <a:gd name="connsiteX32" fmla="*/ 581853 w 1033129"/>
                <a:gd name="connsiteY32" fmla="*/ 533669 h 1509179"/>
                <a:gd name="connsiteX0" fmla="*/ 581853 w 1033129"/>
                <a:gd name="connsiteY0" fmla="*/ 533669 h 1509179"/>
                <a:gd name="connsiteX1" fmla="*/ 689037 w 1033129"/>
                <a:gd name="connsiteY1" fmla="*/ 17121 h 1509179"/>
                <a:gd name="connsiteX2" fmla="*/ 895734 w 1033129"/>
                <a:gd name="connsiteY2" fmla="*/ 142432 h 1509179"/>
                <a:gd name="connsiteX3" fmla="*/ 1020050 w 1033129"/>
                <a:gd name="connsiteY3" fmla="*/ 329915 h 1509179"/>
                <a:gd name="connsiteX4" fmla="*/ 992125 w 1033129"/>
                <a:gd name="connsiteY4" fmla="*/ 703643 h 1509179"/>
                <a:gd name="connsiteX5" fmla="*/ 690022 w 1033129"/>
                <a:gd name="connsiteY5" fmla="*/ 697302 h 1509179"/>
                <a:gd name="connsiteX6" fmla="*/ 701665 w 1033129"/>
                <a:gd name="connsiteY6" fmla="*/ 823027 h 1509179"/>
                <a:gd name="connsiteX7" fmla="*/ 650984 w 1033129"/>
                <a:gd name="connsiteY7" fmla="*/ 1053109 h 1509179"/>
                <a:gd name="connsiteX8" fmla="*/ 657031 w 1033129"/>
                <a:gd name="connsiteY8" fmla="*/ 1122174 h 1509179"/>
                <a:gd name="connsiteX9" fmla="*/ 641036 w 1033129"/>
                <a:gd name="connsiteY9" fmla="*/ 1277814 h 1509179"/>
                <a:gd name="connsiteX10" fmla="*/ 597637 w 1033129"/>
                <a:gd name="connsiteY10" fmla="*/ 1420495 h 1509179"/>
                <a:gd name="connsiteX11" fmla="*/ 535154 w 1033129"/>
                <a:gd name="connsiteY11" fmla="*/ 1489562 h 1509179"/>
                <a:gd name="connsiteX12" fmla="*/ 437431 w 1033129"/>
                <a:gd name="connsiteY12" fmla="*/ 1504036 h 1509179"/>
                <a:gd name="connsiteX13" fmla="*/ 320773 w 1033129"/>
                <a:gd name="connsiteY13" fmla="*/ 1506517 h 1509179"/>
                <a:gd name="connsiteX14" fmla="*/ 185036 w 1033129"/>
                <a:gd name="connsiteY14" fmla="*/ 1498522 h 1509179"/>
                <a:gd name="connsiteX15" fmla="*/ 83052 w 1033129"/>
                <a:gd name="connsiteY15" fmla="*/ 1473569 h 1509179"/>
                <a:gd name="connsiteX16" fmla="*/ 36717 w 1033129"/>
                <a:gd name="connsiteY16" fmla="*/ 1385755 h 1509179"/>
                <a:gd name="connsiteX17" fmla="*/ 3594 w 1033129"/>
                <a:gd name="connsiteY17" fmla="*/ 1262376 h 1509179"/>
                <a:gd name="connsiteX18" fmla="*/ 2022 w 1033129"/>
                <a:gd name="connsiteY18" fmla="*/ 1155398 h 1509179"/>
                <a:gd name="connsiteX19" fmla="*/ 13654 w 1033129"/>
                <a:gd name="connsiteY19" fmla="*/ 1054900 h 1509179"/>
                <a:gd name="connsiteX20" fmla="*/ 30725 w 1033129"/>
                <a:gd name="connsiteY20" fmla="*/ 980596 h 1509179"/>
                <a:gd name="connsiteX21" fmla="*/ 60758 w 1033129"/>
                <a:gd name="connsiteY21" fmla="*/ 929038 h 1509179"/>
                <a:gd name="connsiteX22" fmla="*/ 96453 w 1033129"/>
                <a:gd name="connsiteY22" fmla="*/ 886853 h 1509179"/>
                <a:gd name="connsiteX23" fmla="*/ 115310 w 1033129"/>
                <a:gd name="connsiteY23" fmla="*/ 876654 h 1509179"/>
                <a:gd name="connsiteX24" fmla="*/ 130364 w 1033129"/>
                <a:gd name="connsiteY24" fmla="*/ 807447 h 1509179"/>
                <a:gd name="connsiteX25" fmla="*/ 139015 w 1033129"/>
                <a:gd name="connsiteY25" fmla="*/ 771263 h 1509179"/>
                <a:gd name="connsiteX26" fmla="*/ 151085 w 1033129"/>
                <a:gd name="connsiteY26" fmla="*/ 701988 h 1509179"/>
                <a:gd name="connsiteX27" fmla="*/ 171727 w 1033129"/>
                <a:gd name="connsiteY27" fmla="*/ 669317 h 1509179"/>
                <a:gd name="connsiteX28" fmla="*/ 184919 w 1033129"/>
                <a:gd name="connsiteY28" fmla="*/ 623273 h 1509179"/>
                <a:gd name="connsiteX29" fmla="*/ 216737 w 1033129"/>
                <a:gd name="connsiteY29" fmla="*/ 567717 h 1509179"/>
                <a:gd name="connsiteX30" fmla="*/ 241028 w 1033129"/>
                <a:gd name="connsiteY30" fmla="*/ 531186 h 1509179"/>
                <a:gd name="connsiteX31" fmla="*/ 299653 w 1033129"/>
                <a:gd name="connsiteY31" fmla="*/ 522739 h 1509179"/>
                <a:gd name="connsiteX32" fmla="*/ 581853 w 1033129"/>
                <a:gd name="connsiteY32" fmla="*/ 533669 h 1509179"/>
                <a:gd name="connsiteX0" fmla="*/ 464507 w 1033129"/>
                <a:gd name="connsiteY0" fmla="*/ 562650 h 1510865"/>
                <a:gd name="connsiteX1" fmla="*/ 689037 w 1033129"/>
                <a:gd name="connsiteY1" fmla="*/ 18807 h 1510865"/>
                <a:gd name="connsiteX2" fmla="*/ 895734 w 1033129"/>
                <a:gd name="connsiteY2" fmla="*/ 144118 h 1510865"/>
                <a:gd name="connsiteX3" fmla="*/ 1020050 w 1033129"/>
                <a:gd name="connsiteY3" fmla="*/ 331601 h 1510865"/>
                <a:gd name="connsiteX4" fmla="*/ 992125 w 1033129"/>
                <a:gd name="connsiteY4" fmla="*/ 705329 h 1510865"/>
                <a:gd name="connsiteX5" fmla="*/ 690022 w 1033129"/>
                <a:gd name="connsiteY5" fmla="*/ 698988 h 1510865"/>
                <a:gd name="connsiteX6" fmla="*/ 701665 w 1033129"/>
                <a:gd name="connsiteY6" fmla="*/ 824713 h 1510865"/>
                <a:gd name="connsiteX7" fmla="*/ 650984 w 1033129"/>
                <a:gd name="connsiteY7" fmla="*/ 1054795 h 1510865"/>
                <a:gd name="connsiteX8" fmla="*/ 657031 w 1033129"/>
                <a:gd name="connsiteY8" fmla="*/ 1123860 h 1510865"/>
                <a:gd name="connsiteX9" fmla="*/ 641036 w 1033129"/>
                <a:gd name="connsiteY9" fmla="*/ 1279500 h 1510865"/>
                <a:gd name="connsiteX10" fmla="*/ 597637 w 1033129"/>
                <a:gd name="connsiteY10" fmla="*/ 1422181 h 1510865"/>
                <a:gd name="connsiteX11" fmla="*/ 535154 w 1033129"/>
                <a:gd name="connsiteY11" fmla="*/ 1491248 h 1510865"/>
                <a:gd name="connsiteX12" fmla="*/ 437431 w 1033129"/>
                <a:gd name="connsiteY12" fmla="*/ 1505722 h 1510865"/>
                <a:gd name="connsiteX13" fmla="*/ 320773 w 1033129"/>
                <a:gd name="connsiteY13" fmla="*/ 1508203 h 1510865"/>
                <a:gd name="connsiteX14" fmla="*/ 185036 w 1033129"/>
                <a:gd name="connsiteY14" fmla="*/ 1500208 h 1510865"/>
                <a:gd name="connsiteX15" fmla="*/ 83052 w 1033129"/>
                <a:gd name="connsiteY15" fmla="*/ 1475255 h 1510865"/>
                <a:gd name="connsiteX16" fmla="*/ 36717 w 1033129"/>
                <a:gd name="connsiteY16" fmla="*/ 1387441 h 1510865"/>
                <a:gd name="connsiteX17" fmla="*/ 3594 w 1033129"/>
                <a:gd name="connsiteY17" fmla="*/ 1264062 h 1510865"/>
                <a:gd name="connsiteX18" fmla="*/ 2022 w 1033129"/>
                <a:gd name="connsiteY18" fmla="*/ 1157084 h 1510865"/>
                <a:gd name="connsiteX19" fmla="*/ 13654 w 1033129"/>
                <a:gd name="connsiteY19" fmla="*/ 1056586 h 1510865"/>
                <a:gd name="connsiteX20" fmla="*/ 30725 w 1033129"/>
                <a:gd name="connsiteY20" fmla="*/ 982282 h 1510865"/>
                <a:gd name="connsiteX21" fmla="*/ 60758 w 1033129"/>
                <a:gd name="connsiteY21" fmla="*/ 930724 h 1510865"/>
                <a:gd name="connsiteX22" fmla="*/ 96453 w 1033129"/>
                <a:gd name="connsiteY22" fmla="*/ 888539 h 1510865"/>
                <a:gd name="connsiteX23" fmla="*/ 115310 w 1033129"/>
                <a:gd name="connsiteY23" fmla="*/ 878340 h 1510865"/>
                <a:gd name="connsiteX24" fmla="*/ 130364 w 1033129"/>
                <a:gd name="connsiteY24" fmla="*/ 809133 h 1510865"/>
                <a:gd name="connsiteX25" fmla="*/ 139015 w 1033129"/>
                <a:gd name="connsiteY25" fmla="*/ 772949 h 1510865"/>
                <a:gd name="connsiteX26" fmla="*/ 151085 w 1033129"/>
                <a:gd name="connsiteY26" fmla="*/ 703674 h 1510865"/>
                <a:gd name="connsiteX27" fmla="*/ 171727 w 1033129"/>
                <a:gd name="connsiteY27" fmla="*/ 671003 h 1510865"/>
                <a:gd name="connsiteX28" fmla="*/ 184919 w 1033129"/>
                <a:gd name="connsiteY28" fmla="*/ 624959 h 1510865"/>
                <a:gd name="connsiteX29" fmla="*/ 216737 w 1033129"/>
                <a:gd name="connsiteY29" fmla="*/ 569403 h 1510865"/>
                <a:gd name="connsiteX30" fmla="*/ 241028 w 1033129"/>
                <a:gd name="connsiteY30" fmla="*/ 532872 h 1510865"/>
                <a:gd name="connsiteX31" fmla="*/ 299653 w 1033129"/>
                <a:gd name="connsiteY31" fmla="*/ 524425 h 1510865"/>
                <a:gd name="connsiteX32" fmla="*/ 464507 w 1033129"/>
                <a:gd name="connsiteY32" fmla="*/ 562650 h 1510865"/>
                <a:gd name="connsiteX0" fmla="*/ 464507 w 1033129"/>
                <a:gd name="connsiteY0" fmla="*/ 562650 h 1510865"/>
                <a:gd name="connsiteX1" fmla="*/ 689037 w 1033129"/>
                <a:gd name="connsiteY1" fmla="*/ 18807 h 1510865"/>
                <a:gd name="connsiteX2" fmla="*/ 895734 w 1033129"/>
                <a:gd name="connsiteY2" fmla="*/ 144118 h 1510865"/>
                <a:gd name="connsiteX3" fmla="*/ 1020050 w 1033129"/>
                <a:gd name="connsiteY3" fmla="*/ 331601 h 1510865"/>
                <a:gd name="connsiteX4" fmla="*/ 992125 w 1033129"/>
                <a:gd name="connsiteY4" fmla="*/ 705329 h 1510865"/>
                <a:gd name="connsiteX5" fmla="*/ 690022 w 1033129"/>
                <a:gd name="connsiteY5" fmla="*/ 698988 h 1510865"/>
                <a:gd name="connsiteX6" fmla="*/ 701665 w 1033129"/>
                <a:gd name="connsiteY6" fmla="*/ 824713 h 1510865"/>
                <a:gd name="connsiteX7" fmla="*/ 650984 w 1033129"/>
                <a:gd name="connsiteY7" fmla="*/ 1054795 h 1510865"/>
                <a:gd name="connsiteX8" fmla="*/ 657031 w 1033129"/>
                <a:gd name="connsiteY8" fmla="*/ 1123860 h 1510865"/>
                <a:gd name="connsiteX9" fmla="*/ 641036 w 1033129"/>
                <a:gd name="connsiteY9" fmla="*/ 1279500 h 1510865"/>
                <a:gd name="connsiteX10" fmla="*/ 597637 w 1033129"/>
                <a:gd name="connsiteY10" fmla="*/ 1422181 h 1510865"/>
                <a:gd name="connsiteX11" fmla="*/ 535154 w 1033129"/>
                <a:gd name="connsiteY11" fmla="*/ 1491248 h 1510865"/>
                <a:gd name="connsiteX12" fmla="*/ 437431 w 1033129"/>
                <a:gd name="connsiteY12" fmla="*/ 1505722 h 1510865"/>
                <a:gd name="connsiteX13" fmla="*/ 320773 w 1033129"/>
                <a:gd name="connsiteY13" fmla="*/ 1508203 h 1510865"/>
                <a:gd name="connsiteX14" fmla="*/ 185036 w 1033129"/>
                <a:gd name="connsiteY14" fmla="*/ 1500208 h 1510865"/>
                <a:gd name="connsiteX15" fmla="*/ 83052 w 1033129"/>
                <a:gd name="connsiteY15" fmla="*/ 1475255 h 1510865"/>
                <a:gd name="connsiteX16" fmla="*/ 36717 w 1033129"/>
                <a:gd name="connsiteY16" fmla="*/ 1387441 h 1510865"/>
                <a:gd name="connsiteX17" fmla="*/ 3594 w 1033129"/>
                <a:gd name="connsiteY17" fmla="*/ 1264062 h 1510865"/>
                <a:gd name="connsiteX18" fmla="*/ 2022 w 1033129"/>
                <a:gd name="connsiteY18" fmla="*/ 1157084 h 1510865"/>
                <a:gd name="connsiteX19" fmla="*/ 13654 w 1033129"/>
                <a:gd name="connsiteY19" fmla="*/ 1056586 h 1510865"/>
                <a:gd name="connsiteX20" fmla="*/ 30725 w 1033129"/>
                <a:gd name="connsiteY20" fmla="*/ 982282 h 1510865"/>
                <a:gd name="connsiteX21" fmla="*/ 60758 w 1033129"/>
                <a:gd name="connsiteY21" fmla="*/ 930724 h 1510865"/>
                <a:gd name="connsiteX22" fmla="*/ 96453 w 1033129"/>
                <a:gd name="connsiteY22" fmla="*/ 888539 h 1510865"/>
                <a:gd name="connsiteX23" fmla="*/ 115310 w 1033129"/>
                <a:gd name="connsiteY23" fmla="*/ 878340 h 1510865"/>
                <a:gd name="connsiteX24" fmla="*/ 130364 w 1033129"/>
                <a:gd name="connsiteY24" fmla="*/ 809133 h 1510865"/>
                <a:gd name="connsiteX25" fmla="*/ 139015 w 1033129"/>
                <a:gd name="connsiteY25" fmla="*/ 772949 h 1510865"/>
                <a:gd name="connsiteX26" fmla="*/ 151085 w 1033129"/>
                <a:gd name="connsiteY26" fmla="*/ 703674 h 1510865"/>
                <a:gd name="connsiteX27" fmla="*/ 171727 w 1033129"/>
                <a:gd name="connsiteY27" fmla="*/ 671003 h 1510865"/>
                <a:gd name="connsiteX28" fmla="*/ 184919 w 1033129"/>
                <a:gd name="connsiteY28" fmla="*/ 624959 h 1510865"/>
                <a:gd name="connsiteX29" fmla="*/ 216737 w 1033129"/>
                <a:gd name="connsiteY29" fmla="*/ 569403 h 1510865"/>
                <a:gd name="connsiteX30" fmla="*/ 241028 w 1033129"/>
                <a:gd name="connsiteY30" fmla="*/ 532872 h 1510865"/>
                <a:gd name="connsiteX31" fmla="*/ 299653 w 1033129"/>
                <a:gd name="connsiteY31" fmla="*/ 524425 h 1510865"/>
                <a:gd name="connsiteX32" fmla="*/ 464507 w 1033129"/>
                <a:gd name="connsiteY32" fmla="*/ 562650 h 1510865"/>
                <a:gd name="connsiteX0" fmla="*/ 464507 w 1033129"/>
                <a:gd name="connsiteY0" fmla="*/ 562650 h 1510865"/>
                <a:gd name="connsiteX1" fmla="*/ 689037 w 1033129"/>
                <a:gd name="connsiteY1" fmla="*/ 18807 h 1510865"/>
                <a:gd name="connsiteX2" fmla="*/ 895734 w 1033129"/>
                <a:gd name="connsiteY2" fmla="*/ 144118 h 1510865"/>
                <a:gd name="connsiteX3" fmla="*/ 1020050 w 1033129"/>
                <a:gd name="connsiteY3" fmla="*/ 331601 h 1510865"/>
                <a:gd name="connsiteX4" fmla="*/ 992125 w 1033129"/>
                <a:gd name="connsiteY4" fmla="*/ 705329 h 1510865"/>
                <a:gd name="connsiteX5" fmla="*/ 690022 w 1033129"/>
                <a:gd name="connsiteY5" fmla="*/ 698988 h 1510865"/>
                <a:gd name="connsiteX6" fmla="*/ 701665 w 1033129"/>
                <a:gd name="connsiteY6" fmla="*/ 824713 h 1510865"/>
                <a:gd name="connsiteX7" fmla="*/ 650984 w 1033129"/>
                <a:gd name="connsiteY7" fmla="*/ 1054795 h 1510865"/>
                <a:gd name="connsiteX8" fmla="*/ 657031 w 1033129"/>
                <a:gd name="connsiteY8" fmla="*/ 1123860 h 1510865"/>
                <a:gd name="connsiteX9" fmla="*/ 641036 w 1033129"/>
                <a:gd name="connsiteY9" fmla="*/ 1279500 h 1510865"/>
                <a:gd name="connsiteX10" fmla="*/ 597637 w 1033129"/>
                <a:gd name="connsiteY10" fmla="*/ 1422181 h 1510865"/>
                <a:gd name="connsiteX11" fmla="*/ 535154 w 1033129"/>
                <a:gd name="connsiteY11" fmla="*/ 1491248 h 1510865"/>
                <a:gd name="connsiteX12" fmla="*/ 437431 w 1033129"/>
                <a:gd name="connsiteY12" fmla="*/ 1505722 h 1510865"/>
                <a:gd name="connsiteX13" fmla="*/ 320773 w 1033129"/>
                <a:gd name="connsiteY13" fmla="*/ 1508203 h 1510865"/>
                <a:gd name="connsiteX14" fmla="*/ 185036 w 1033129"/>
                <a:gd name="connsiteY14" fmla="*/ 1500208 h 1510865"/>
                <a:gd name="connsiteX15" fmla="*/ 83052 w 1033129"/>
                <a:gd name="connsiteY15" fmla="*/ 1475255 h 1510865"/>
                <a:gd name="connsiteX16" fmla="*/ 36717 w 1033129"/>
                <a:gd name="connsiteY16" fmla="*/ 1387441 h 1510865"/>
                <a:gd name="connsiteX17" fmla="*/ 3594 w 1033129"/>
                <a:gd name="connsiteY17" fmla="*/ 1264062 h 1510865"/>
                <a:gd name="connsiteX18" fmla="*/ 2022 w 1033129"/>
                <a:gd name="connsiteY18" fmla="*/ 1157084 h 1510865"/>
                <a:gd name="connsiteX19" fmla="*/ 13654 w 1033129"/>
                <a:gd name="connsiteY19" fmla="*/ 1056586 h 1510865"/>
                <a:gd name="connsiteX20" fmla="*/ 30725 w 1033129"/>
                <a:gd name="connsiteY20" fmla="*/ 982282 h 1510865"/>
                <a:gd name="connsiteX21" fmla="*/ 60758 w 1033129"/>
                <a:gd name="connsiteY21" fmla="*/ 930724 h 1510865"/>
                <a:gd name="connsiteX22" fmla="*/ 96453 w 1033129"/>
                <a:gd name="connsiteY22" fmla="*/ 888539 h 1510865"/>
                <a:gd name="connsiteX23" fmla="*/ 115310 w 1033129"/>
                <a:gd name="connsiteY23" fmla="*/ 878340 h 1510865"/>
                <a:gd name="connsiteX24" fmla="*/ 130364 w 1033129"/>
                <a:gd name="connsiteY24" fmla="*/ 809133 h 1510865"/>
                <a:gd name="connsiteX25" fmla="*/ 139015 w 1033129"/>
                <a:gd name="connsiteY25" fmla="*/ 772949 h 1510865"/>
                <a:gd name="connsiteX26" fmla="*/ 151085 w 1033129"/>
                <a:gd name="connsiteY26" fmla="*/ 703674 h 1510865"/>
                <a:gd name="connsiteX27" fmla="*/ 171727 w 1033129"/>
                <a:gd name="connsiteY27" fmla="*/ 671003 h 1510865"/>
                <a:gd name="connsiteX28" fmla="*/ 184919 w 1033129"/>
                <a:gd name="connsiteY28" fmla="*/ 624959 h 1510865"/>
                <a:gd name="connsiteX29" fmla="*/ 216737 w 1033129"/>
                <a:gd name="connsiteY29" fmla="*/ 569403 h 1510865"/>
                <a:gd name="connsiteX30" fmla="*/ 241028 w 1033129"/>
                <a:gd name="connsiteY30" fmla="*/ 532872 h 1510865"/>
                <a:gd name="connsiteX31" fmla="*/ 299653 w 1033129"/>
                <a:gd name="connsiteY31" fmla="*/ 524425 h 1510865"/>
                <a:gd name="connsiteX32" fmla="*/ 464507 w 1033129"/>
                <a:gd name="connsiteY32" fmla="*/ 562650 h 1510865"/>
                <a:gd name="connsiteX0" fmla="*/ 382551 w 1033129"/>
                <a:gd name="connsiteY0" fmla="*/ 557819 h 1510583"/>
                <a:gd name="connsiteX1" fmla="*/ 689037 w 1033129"/>
                <a:gd name="connsiteY1" fmla="*/ 18525 h 1510583"/>
                <a:gd name="connsiteX2" fmla="*/ 895734 w 1033129"/>
                <a:gd name="connsiteY2" fmla="*/ 143836 h 1510583"/>
                <a:gd name="connsiteX3" fmla="*/ 1020050 w 1033129"/>
                <a:gd name="connsiteY3" fmla="*/ 331319 h 1510583"/>
                <a:gd name="connsiteX4" fmla="*/ 992125 w 1033129"/>
                <a:gd name="connsiteY4" fmla="*/ 705047 h 1510583"/>
                <a:gd name="connsiteX5" fmla="*/ 690022 w 1033129"/>
                <a:gd name="connsiteY5" fmla="*/ 698706 h 1510583"/>
                <a:gd name="connsiteX6" fmla="*/ 701665 w 1033129"/>
                <a:gd name="connsiteY6" fmla="*/ 824431 h 1510583"/>
                <a:gd name="connsiteX7" fmla="*/ 650984 w 1033129"/>
                <a:gd name="connsiteY7" fmla="*/ 1054513 h 1510583"/>
                <a:gd name="connsiteX8" fmla="*/ 657031 w 1033129"/>
                <a:gd name="connsiteY8" fmla="*/ 1123578 h 1510583"/>
                <a:gd name="connsiteX9" fmla="*/ 641036 w 1033129"/>
                <a:gd name="connsiteY9" fmla="*/ 1279218 h 1510583"/>
                <a:gd name="connsiteX10" fmla="*/ 597637 w 1033129"/>
                <a:gd name="connsiteY10" fmla="*/ 1421899 h 1510583"/>
                <a:gd name="connsiteX11" fmla="*/ 535154 w 1033129"/>
                <a:gd name="connsiteY11" fmla="*/ 1490966 h 1510583"/>
                <a:gd name="connsiteX12" fmla="*/ 437431 w 1033129"/>
                <a:gd name="connsiteY12" fmla="*/ 1505440 h 1510583"/>
                <a:gd name="connsiteX13" fmla="*/ 320773 w 1033129"/>
                <a:gd name="connsiteY13" fmla="*/ 1507921 h 1510583"/>
                <a:gd name="connsiteX14" fmla="*/ 185036 w 1033129"/>
                <a:gd name="connsiteY14" fmla="*/ 1499926 h 1510583"/>
                <a:gd name="connsiteX15" fmla="*/ 83052 w 1033129"/>
                <a:gd name="connsiteY15" fmla="*/ 1474973 h 1510583"/>
                <a:gd name="connsiteX16" fmla="*/ 36717 w 1033129"/>
                <a:gd name="connsiteY16" fmla="*/ 1387159 h 1510583"/>
                <a:gd name="connsiteX17" fmla="*/ 3594 w 1033129"/>
                <a:gd name="connsiteY17" fmla="*/ 1263780 h 1510583"/>
                <a:gd name="connsiteX18" fmla="*/ 2022 w 1033129"/>
                <a:gd name="connsiteY18" fmla="*/ 1156802 h 1510583"/>
                <a:gd name="connsiteX19" fmla="*/ 13654 w 1033129"/>
                <a:gd name="connsiteY19" fmla="*/ 1056304 h 1510583"/>
                <a:gd name="connsiteX20" fmla="*/ 30725 w 1033129"/>
                <a:gd name="connsiteY20" fmla="*/ 982000 h 1510583"/>
                <a:gd name="connsiteX21" fmla="*/ 60758 w 1033129"/>
                <a:gd name="connsiteY21" fmla="*/ 930442 h 1510583"/>
                <a:gd name="connsiteX22" fmla="*/ 96453 w 1033129"/>
                <a:gd name="connsiteY22" fmla="*/ 888257 h 1510583"/>
                <a:gd name="connsiteX23" fmla="*/ 115310 w 1033129"/>
                <a:gd name="connsiteY23" fmla="*/ 878058 h 1510583"/>
                <a:gd name="connsiteX24" fmla="*/ 130364 w 1033129"/>
                <a:gd name="connsiteY24" fmla="*/ 808851 h 1510583"/>
                <a:gd name="connsiteX25" fmla="*/ 139015 w 1033129"/>
                <a:gd name="connsiteY25" fmla="*/ 772667 h 1510583"/>
                <a:gd name="connsiteX26" fmla="*/ 151085 w 1033129"/>
                <a:gd name="connsiteY26" fmla="*/ 703392 h 1510583"/>
                <a:gd name="connsiteX27" fmla="*/ 171727 w 1033129"/>
                <a:gd name="connsiteY27" fmla="*/ 670721 h 1510583"/>
                <a:gd name="connsiteX28" fmla="*/ 184919 w 1033129"/>
                <a:gd name="connsiteY28" fmla="*/ 624677 h 1510583"/>
                <a:gd name="connsiteX29" fmla="*/ 216737 w 1033129"/>
                <a:gd name="connsiteY29" fmla="*/ 569121 h 1510583"/>
                <a:gd name="connsiteX30" fmla="*/ 241028 w 1033129"/>
                <a:gd name="connsiteY30" fmla="*/ 532590 h 1510583"/>
                <a:gd name="connsiteX31" fmla="*/ 299653 w 1033129"/>
                <a:gd name="connsiteY31" fmla="*/ 524143 h 1510583"/>
                <a:gd name="connsiteX32" fmla="*/ 382551 w 1033129"/>
                <a:gd name="connsiteY32" fmla="*/ 557819 h 1510583"/>
                <a:gd name="connsiteX0" fmla="*/ 382551 w 1033129"/>
                <a:gd name="connsiteY0" fmla="*/ 557819 h 1510583"/>
                <a:gd name="connsiteX1" fmla="*/ 689037 w 1033129"/>
                <a:gd name="connsiteY1" fmla="*/ 18525 h 1510583"/>
                <a:gd name="connsiteX2" fmla="*/ 895734 w 1033129"/>
                <a:gd name="connsiteY2" fmla="*/ 143836 h 1510583"/>
                <a:gd name="connsiteX3" fmla="*/ 1020050 w 1033129"/>
                <a:gd name="connsiteY3" fmla="*/ 331319 h 1510583"/>
                <a:gd name="connsiteX4" fmla="*/ 992125 w 1033129"/>
                <a:gd name="connsiteY4" fmla="*/ 705047 h 1510583"/>
                <a:gd name="connsiteX5" fmla="*/ 690022 w 1033129"/>
                <a:gd name="connsiteY5" fmla="*/ 698706 h 1510583"/>
                <a:gd name="connsiteX6" fmla="*/ 701665 w 1033129"/>
                <a:gd name="connsiteY6" fmla="*/ 824431 h 1510583"/>
                <a:gd name="connsiteX7" fmla="*/ 650984 w 1033129"/>
                <a:gd name="connsiteY7" fmla="*/ 1054513 h 1510583"/>
                <a:gd name="connsiteX8" fmla="*/ 657031 w 1033129"/>
                <a:gd name="connsiteY8" fmla="*/ 1123578 h 1510583"/>
                <a:gd name="connsiteX9" fmla="*/ 641036 w 1033129"/>
                <a:gd name="connsiteY9" fmla="*/ 1279218 h 1510583"/>
                <a:gd name="connsiteX10" fmla="*/ 597637 w 1033129"/>
                <a:gd name="connsiteY10" fmla="*/ 1421899 h 1510583"/>
                <a:gd name="connsiteX11" fmla="*/ 535154 w 1033129"/>
                <a:gd name="connsiteY11" fmla="*/ 1490966 h 1510583"/>
                <a:gd name="connsiteX12" fmla="*/ 437431 w 1033129"/>
                <a:gd name="connsiteY12" fmla="*/ 1505440 h 1510583"/>
                <a:gd name="connsiteX13" fmla="*/ 320773 w 1033129"/>
                <a:gd name="connsiteY13" fmla="*/ 1507921 h 1510583"/>
                <a:gd name="connsiteX14" fmla="*/ 185036 w 1033129"/>
                <a:gd name="connsiteY14" fmla="*/ 1499926 h 1510583"/>
                <a:gd name="connsiteX15" fmla="*/ 83052 w 1033129"/>
                <a:gd name="connsiteY15" fmla="*/ 1474973 h 1510583"/>
                <a:gd name="connsiteX16" fmla="*/ 36717 w 1033129"/>
                <a:gd name="connsiteY16" fmla="*/ 1387159 h 1510583"/>
                <a:gd name="connsiteX17" fmla="*/ 3594 w 1033129"/>
                <a:gd name="connsiteY17" fmla="*/ 1263780 h 1510583"/>
                <a:gd name="connsiteX18" fmla="*/ 2022 w 1033129"/>
                <a:gd name="connsiteY18" fmla="*/ 1156802 h 1510583"/>
                <a:gd name="connsiteX19" fmla="*/ 13654 w 1033129"/>
                <a:gd name="connsiteY19" fmla="*/ 1056304 h 1510583"/>
                <a:gd name="connsiteX20" fmla="*/ 30725 w 1033129"/>
                <a:gd name="connsiteY20" fmla="*/ 982000 h 1510583"/>
                <a:gd name="connsiteX21" fmla="*/ 60758 w 1033129"/>
                <a:gd name="connsiteY21" fmla="*/ 930442 h 1510583"/>
                <a:gd name="connsiteX22" fmla="*/ 96453 w 1033129"/>
                <a:gd name="connsiteY22" fmla="*/ 888257 h 1510583"/>
                <a:gd name="connsiteX23" fmla="*/ 115310 w 1033129"/>
                <a:gd name="connsiteY23" fmla="*/ 878058 h 1510583"/>
                <a:gd name="connsiteX24" fmla="*/ 130364 w 1033129"/>
                <a:gd name="connsiteY24" fmla="*/ 808851 h 1510583"/>
                <a:gd name="connsiteX25" fmla="*/ 139015 w 1033129"/>
                <a:gd name="connsiteY25" fmla="*/ 772667 h 1510583"/>
                <a:gd name="connsiteX26" fmla="*/ 151085 w 1033129"/>
                <a:gd name="connsiteY26" fmla="*/ 703392 h 1510583"/>
                <a:gd name="connsiteX27" fmla="*/ 171727 w 1033129"/>
                <a:gd name="connsiteY27" fmla="*/ 670721 h 1510583"/>
                <a:gd name="connsiteX28" fmla="*/ 184919 w 1033129"/>
                <a:gd name="connsiteY28" fmla="*/ 624677 h 1510583"/>
                <a:gd name="connsiteX29" fmla="*/ 216737 w 1033129"/>
                <a:gd name="connsiteY29" fmla="*/ 569121 h 1510583"/>
                <a:gd name="connsiteX30" fmla="*/ 241028 w 1033129"/>
                <a:gd name="connsiteY30" fmla="*/ 532590 h 1510583"/>
                <a:gd name="connsiteX31" fmla="*/ 299653 w 1033129"/>
                <a:gd name="connsiteY31" fmla="*/ 524143 h 1510583"/>
                <a:gd name="connsiteX32" fmla="*/ 382551 w 1033129"/>
                <a:gd name="connsiteY32" fmla="*/ 557819 h 1510583"/>
                <a:gd name="connsiteX0" fmla="*/ 382551 w 1033129"/>
                <a:gd name="connsiteY0" fmla="*/ 557819 h 1510583"/>
                <a:gd name="connsiteX1" fmla="*/ 689037 w 1033129"/>
                <a:gd name="connsiteY1" fmla="*/ 18525 h 1510583"/>
                <a:gd name="connsiteX2" fmla="*/ 895734 w 1033129"/>
                <a:gd name="connsiteY2" fmla="*/ 143836 h 1510583"/>
                <a:gd name="connsiteX3" fmla="*/ 1020050 w 1033129"/>
                <a:gd name="connsiteY3" fmla="*/ 331319 h 1510583"/>
                <a:gd name="connsiteX4" fmla="*/ 992125 w 1033129"/>
                <a:gd name="connsiteY4" fmla="*/ 705047 h 1510583"/>
                <a:gd name="connsiteX5" fmla="*/ 690022 w 1033129"/>
                <a:gd name="connsiteY5" fmla="*/ 698706 h 1510583"/>
                <a:gd name="connsiteX6" fmla="*/ 701665 w 1033129"/>
                <a:gd name="connsiteY6" fmla="*/ 824431 h 1510583"/>
                <a:gd name="connsiteX7" fmla="*/ 650984 w 1033129"/>
                <a:gd name="connsiteY7" fmla="*/ 1054513 h 1510583"/>
                <a:gd name="connsiteX8" fmla="*/ 657031 w 1033129"/>
                <a:gd name="connsiteY8" fmla="*/ 1123578 h 1510583"/>
                <a:gd name="connsiteX9" fmla="*/ 641036 w 1033129"/>
                <a:gd name="connsiteY9" fmla="*/ 1279218 h 1510583"/>
                <a:gd name="connsiteX10" fmla="*/ 597637 w 1033129"/>
                <a:gd name="connsiteY10" fmla="*/ 1421899 h 1510583"/>
                <a:gd name="connsiteX11" fmla="*/ 535154 w 1033129"/>
                <a:gd name="connsiteY11" fmla="*/ 1490966 h 1510583"/>
                <a:gd name="connsiteX12" fmla="*/ 437431 w 1033129"/>
                <a:gd name="connsiteY12" fmla="*/ 1505440 h 1510583"/>
                <a:gd name="connsiteX13" fmla="*/ 320773 w 1033129"/>
                <a:gd name="connsiteY13" fmla="*/ 1507921 h 1510583"/>
                <a:gd name="connsiteX14" fmla="*/ 185036 w 1033129"/>
                <a:gd name="connsiteY14" fmla="*/ 1499926 h 1510583"/>
                <a:gd name="connsiteX15" fmla="*/ 83052 w 1033129"/>
                <a:gd name="connsiteY15" fmla="*/ 1474973 h 1510583"/>
                <a:gd name="connsiteX16" fmla="*/ 36717 w 1033129"/>
                <a:gd name="connsiteY16" fmla="*/ 1387159 h 1510583"/>
                <a:gd name="connsiteX17" fmla="*/ 3594 w 1033129"/>
                <a:gd name="connsiteY17" fmla="*/ 1263780 h 1510583"/>
                <a:gd name="connsiteX18" fmla="*/ 2022 w 1033129"/>
                <a:gd name="connsiteY18" fmla="*/ 1156802 h 1510583"/>
                <a:gd name="connsiteX19" fmla="*/ 13654 w 1033129"/>
                <a:gd name="connsiteY19" fmla="*/ 1056304 h 1510583"/>
                <a:gd name="connsiteX20" fmla="*/ 30725 w 1033129"/>
                <a:gd name="connsiteY20" fmla="*/ 982000 h 1510583"/>
                <a:gd name="connsiteX21" fmla="*/ 60758 w 1033129"/>
                <a:gd name="connsiteY21" fmla="*/ 930442 h 1510583"/>
                <a:gd name="connsiteX22" fmla="*/ 96453 w 1033129"/>
                <a:gd name="connsiteY22" fmla="*/ 888257 h 1510583"/>
                <a:gd name="connsiteX23" fmla="*/ 115310 w 1033129"/>
                <a:gd name="connsiteY23" fmla="*/ 878058 h 1510583"/>
                <a:gd name="connsiteX24" fmla="*/ 130364 w 1033129"/>
                <a:gd name="connsiteY24" fmla="*/ 808851 h 1510583"/>
                <a:gd name="connsiteX25" fmla="*/ 139015 w 1033129"/>
                <a:gd name="connsiteY25" fmla="*/ 772667 h 1510583"/>
                <a:gd name="connsiteX26" fmla="*/ 151085 w 1033129"/>
                <a:gd name="connsiteY26" fmla="*/ 703392 h 1510583"/>
                <a:gd name="connsiteX27" fmla="*/ 171727 w 1033129"/>
                <a:gd name="connsiteY27" fmla="*/ 670721 h 1510583"/>
                <a:gd name="connsiteX28" fmla="*/ 184919 w 1033129"/>
                <a:gd name="connsiteY28" fmla="*/ 624677 h 1510583"/>
                <a:gd name="connsiteX29" fmla="*/ 216737 w 1033129"/>
                <a:gd name="connsiteY29" fmla="*/ 569121 h 1510583"/>
                <a:gd name="connsiteX30" fmla="*/ 241028 w 1033129"/>
                <a:gd name="connsiteY30" fmla="*/ 532590 h 1510583"/>
                <a:gd name="connsiteX31" fmla="*/ 299653 w 1033129"/>
                <a:gd name="connsiteY31" fmla="*/ 524143 h 1510583"/>
                <a:gd name="connsiteX32" fmla="*/ 382551 w 1033129"/>
                <a:gd name="connsiteY32" fmla="*/ 557819 h 1510583"/>
                <a:gd name="connsiteX0" fmla="*/ 382551 w 1033129"/>
                <a:gd name="connsiteY0" fmla="*/ 557819 h 1510583"/>
                <a:gd name="connsiteX1" fmla="*/ 689037 w 1033129"/>
                <a:gd name="connsiteY1" fmla="*/ 18525 h 1510583"/>
                <a:gd name="connsiteX2" fmla="*/ 895734 w 1033129"/>
                <a:gd name="connsiteY2" fmla="*/ 143836 h 1510583"/>
                <a:gd name="connsiteX3" fmla="*/ 1020050 w 1033129"/>
                <a:gd name="connsiteY3" fmla="*/ 331319 h 1510583"/>
                <a:gd name="connsiteX4" fmla="*/ 992125 w 1033129"/>
                <a:gd name="connsiteY4" fmla="*/ 705047 h 1510583"/>
                <a:gd name="connsiteX5" fmla="*/ 690022 w 1033129"/>
                <a:gd name="connsiteY5" fmla="*/ 698706 h 1510583"/>
                <a:gd name="connsiteX6" fmla="*/ 701665 w 1033129"/>
                <a:gd name="connsiteY6" fmla="*/ 824431 h 1510583"/>
                <a:gd name="connsiteX7" fmla="*/ 650984 w 1033129"/>
                <a:gd name="connsiteY7" fmla="*/ 1054513 h 1510583"/>
                <a:gd name="connsiteX8" fmla="*/ 657031 w 1033129"/>
                <a:gd name="connsiteY8" fmla="*/ 1123578 h 1510583"/>
                <a:gd name="connsiteX9" fmla="*/ 641036 w 1033129"/>
                <a:gd name="connsiteY9" fmla="*/ 1279218 h 1510583"/>
                <a:gd name="connsiteX10" fmla="*/ 597637 w 1033129"/>
                <a:gd name="connsiteY10" fmla="*/ 1421899 h 1510583"/>
                <a:gd name="connsiteX11" fmla="*/ 535154 w 1033129"/>
                <a:gd name="connsiteY11" fmla="*/ 1490966 h 1510583"/>
                <a:gd name="connsiteX12" fmla="*/ 437431 w 1033129"/>
                <a:gd name="connsiteY12" fmla="*/ 1505440 h 1510583"/>
                <a:gd name="connsiteX13" fmla="*/ 320773 w 1033129"/>
                <a:gd name="connsiteY13" fmla="*/ 1507921 h 1510583"/>
                <a:gd name="connsiteX14" fmla="*/ 185036 w 1033129"/>
                <a:gd name="connsiteY14" fmla="*/ 1499926 h 1510583"/>
                <a:gd name="connsiteX15" fmla="*/ 83052 w 1033129"/>
                <a:gd name="connsiteY15" fmla="*/ 1474973 h 1510583"/>
                <a:gd name="connsiteX16" fmla="*/ 36717 w 1033129"/>
                <a:gd name="connsiteY16" fmla="*/ 1387159 h 1510583"/>
                <a:gd name="connsiteX17" fmla="*/ 3594 w 1033129"/>
                <a:gd name="connsiteY17" fmla="*/ 1263780 h 1510583"/>
                <a:gd name="connsiteX18" fmla="*/ 2022 w 1033129"/>
                <a:gd name="connsiteY18" fmla="*/ 1156802 h 1510583"/>
                <a:gd name="connsiteX19" fmla="*/ 13654 w 1033129"/>
                <a:gd name="connsiteY19" fmla="*/ 1056304 h 1510583"/>
                <a:gd name="connsiteX20" fmla="*/ 30725 w 1033129"/>
                <a:gd name="connsiteY20" fmla="*/ 982000 h 1510583"/>
                <a:gd name="connsiteX21" fmla="*/ 60758 w 1033129"/>
                <a:gd name="connsiteY21" fmla="*/ 930442 h 1510583"/>
                <a:gd name="connsiteX22" fmla="*/ 96453 w 1033129"/>
                <a:gd name="connsiteY22" fmla="*/ 888257 h 1510583"/>
                <a:gd name="connsiteX23" fmla="*/ 115310 w 1033129"/>
                <a:gd name="connsiteY23" fmla="*/ 878058 h 1510583"/>
                <a:gd name="connsiteX24" fmla="*/ 130364 w 1033129"/>
                <a:gd name="connsiteY24" fmla="*/ 808851 h 1510583"/>
                <a:gd name="connsiteX25" fmla="*/ 139015 w 1033129"/>
                <a:gd name="connsiteY25" fmla="*/ 772667 h 1510583"/>
                <a:gd name="connsiteX26" fmla="*/ 151085 w 1033129"/>
                <a:gd name="connsiteY26" fmla="*/ 703392 h 1510583"/>
                <a:gd name="connsiteX27" fmla="*/ 171727 w 1033129"/>
                <a:gd name="connsiteY27" fmla="*/ 670721 h 1510583"/>
                <a:gd name="connsiteX28" fmla="*/ 184919 w 1033129"/>
                <a:gd name="connsiteY28" fmla="*/ 624677 h 1510583"/>
                <a:gd name="connsiteX29" fmla="*/ 216737 w 1033129"/>
                <a:gd name="connsiteY29" fmla="*/ 569121 h 1510583"/>
                <a:gd name="connsiteX30" fmla="*/ 241028 w 1033129"/>
                <a:gd name="connsiteY30" fmla="*/ 532590 h 1510583"/>
                <a:gd name="connsiteX31" fmla="*/ 299653 w 1033129"/>
                <a:gd name="connsiteY31" fmla="*/ 524143 h 1510583"/>
                <a:gd name="connsiteX32" fmla="*/ 382551 w 1033129"/>
                <a:gd name="connsiteY32" fmla="*/ 557819 h 1510583"/>
                <a:gd name="connsiteX0" fmla="*/ 395590 w 1033129"/>
                <a:gd name="connsiteY0" fmla="*/ 552988 h 1510301"/>
                <a:gd name="connsiteX1" fmla="*/ 689037 w 1033129"/>
                <a:gd name="connsiteY1" fmla="*/ 18243 h 1510301"/>
                <a:gd name="connsiteX2" fmla="*/ 895734 w 1033129"/>
                <a:gd name="connsiteY2" fmla="*/ 143554 h 1510301"/>
                <a:gd name="connsiteX3" fmla="*/ 1020050 w 1033129"/>
                <a:gd name="connsiteY3" fmla="*/ 331037 h 1510301"/>
                <a:gd name="connsiteX4" fmla="*/ 992125 w 1033129"/>
                <a:gd name="connsiteY4" fmla="*/ 704765 h 1510301"/>
                <a:gd name="connsiteX5" fmla="*/ 690022 w 1033129"/>
                <a:gd name="connsiteY5" fmla="*/ 698424 h 1510301"/>
                <a:gd name="connsiteX6" fmla="*/ 701665 w 1033129"/>
                <a:gd name="connsiteY6" fmla="*/ 824149 h 1510301"/>
                <a:gd name="connsiteX7" fmla="*/ 650984 w 1033129"/>
                <a:gd name="connsiteY7" fmla="*/ 1054231 h 1510301"/>
                <a:gd name="connsiteX8" fmla="*/ 657031 w 1033129"/>
                <a:gd name="connsiteY8" fmla="*/ 1123296 h 1510301"/>
                <a:gd name="connsiteX9" fmla="*/ 641036 w 1033129"/>
                <a:gd name="connsiteY9" fmla="*/ 1278936 h 1510301"/>
                <a:gd name="connsiteX10" fmla="*/ 597637 w 1033129"/>
                <a:gd name="connsiteY10" fmla="*/ 1421617 h 1510301"/>
                <a:gd name="connsiteX11" fmla="*/ 535154 w 1033129"/>
                <a:gd name="connsiteY11" fmla="*/ 1490684 h 1510301"/>
                <a:gd name="connsiteX12" fmla="*/ 437431 w 1033129"/>
                <a:gd name="connsiteY12" fmla="*/ 1505158 h 1510301"/>
                <a:gd name="connsiteX13" fmla="*/ 320773 w 1033129"/>
                <a:gd name="connsiteY13" fmla="*/ 1507639 h 1510301"/>
                <a:gd name="connsiteX14" fmla="*/ 185036 w 1033129"/>
                <a:gd name="connsiteY14" fmla="*/ 1499644 h 1510301"/>
                <a:gd name="connsiteX15" fmla="*/ 83052 w 1033129"/>
                <a:gd name="connsiteY15" fmla="*/ 1474691 h 1510301"/>
                <a:gd name="connsiteX16" fmla="*/ 36717 w 1033129"/>
                <a:gd name="connsiteY16" fmla="*/ 1386877 h 1510301"/>
                <a:gd name="connsiteX17" fmla="*/ 3594 w 1033129"/>
                <a:gd name="connsiteY17" fmla="*/ 1263498 h 1510301"/>
                <a:gd name="connsiteX18" fmla="*/ 2022 w 1033129"/>
                <a:gd name="connsiteY18" fmla="*/ 1156520 h 1510301"/>
                <a:gd name="connsiteX19" fmla="*/ 13654 w 1033129"/>
                <a:gd name="connsiteY19" fmla="*/ 1056022 h 1510301"/>
                <a:gd name="connsiteX20" fmla="*/ 30725 w 1033129"/>
                <a:gd name="connsiteY20" fmla="*/ 981718 h 1510301"/>
                <a:gd name="connsiteX21" fmla="*/ 60758 w 1033129"/>
                <a:gd name="connsiteY21" fmla="*/ 930160 h 1510301"/>
                <a:gd name="connsiteX22" fmla="*/ 96453 w 1033129"/>
                <a:gd name="connsiteY22" fmla="*/ 887975 h 1510301"/>
                <a:gd name="connsiteX23" fmla="*/ 115310 w 1033129"/>
                <a:gd name="connsiteY23" fmla="*/ 877776 h 1510301"/>
                <a:gd name="connsiteX24" fmla="*/ 130364 w 1033129"/>
                <a:gd name="connsiteY24" fmla="*/ 808569 h 1510301"/>
                <a:gd name="connsiteX25" fmla="*/ 139015 w 1033129"/>
                <a:gd name="connsiteY25" fmla="*/ 772385 h 1510301"/>
                <a:gd name="connsiteX26" fmla="*/ 151085 w 1033129"/>
                <a:gd name="connsiteY26" fmla="*/ 703110 h 1510301"/>
                <a:gd name="connsiteX27" fmla="*/ 171727 w 1033129"/>
                <a:gd name="connsiteY27" fmla="*/ 670439 h 1510301"/>
                <a:gd name="connsiteX28" fmla="*/ 184919 w 1033129"/>
                <a:gd name="connsiteY28" fmla="*/ 624395 h 1510301"/>
                <a:gd name="connsiteX29" fmla="*/ 216737 w 1033129"/>
                <a:gd name="connsiteY29" fmla="*/ 568839 h 1510301"/>
                <a:gd name="connsiteX30" fmla="*/ 241028 w 1033129"/>
                <a:gd name="connsiteY30" fmla="*/ 532308 h 1510301"/>
                <a:gd name="connsiteX31" fmla="*/ 299653 w 1033129"/>
                <a:gd name="connsiteY31" fmla="*/ 523861 h 1510301"/>
                <a:gd name="connsiteX32" fmla="*/ 395590 w 1033129"/>
                <a:gd name="connsiteY32" fmla="*/ 552988 h 1510301"/>
                <a:gd name="connsiteX0" fmla="*/ 417941 w 1033129"/>
                <a:gd name="connsiteY0" fmla="*/ 552988 h 1510301"/>
                <a:gd name="connsiteX1" fmla="*/ 689037 w 1033129"/>
                <a:gd name="connsiteY1" fmla="*/ 18243 h 1510301"/>
                <a:gd name="connsiteX2" fmla="*/ 895734 w 1033129"/>
                <a:gd name="connsiteY2" fmla="*/ 143554 h 1510301"/>
                <a:gd name="connsiteX3" fmla="*/ 1020050 w 1033129"/>
                <a:gd name="connsiteY3" fmla="*/ 331037 h 1510301"/>
                <a:gd name="connsiteX4" fmla="*/ 992125 w 1033129"/>
                <a:gd name="connsiteY4" fmla="*/ 704765 h 1510301"/>
                <a:gd name="connsiteX5" fmla="*/ 690022 w 1033129"/>
                <a:gd name="connsiteY5" fmla="*/ 698424 h 1510301"/>
                <a:gd name="connsiteX6" fmla="*/ 701665 w 1033129"/>
                <a:gd name="connsiteY6" fmla="*/ 824149 h 1510301"/>
                <a:gd name="connsiteX7" fmla="*/ 650984 w 1033129"/>
                <a:gd name="connsiteY7" fmla="*/ 1054231 h 1510301"/>
                <a:gd name="connsiteX8" fmla="*/ 657031 w 1033129"/>
                <a:gd name="connsiteY8" fmla="*/ 1123296 h 1510301"/>
                <a:gd name="connsiteX9" fmla="*/ 641036 w 1033129"/>
                <a:gd name="connsiteY9" fmla="*/ 1278936 h 1510301"/>
                <a:gd name="connsiteX10" fmla="*/ 597637 w 1033129"/>
                <a:gd name="connsiteY10" fmla="*/ 1421617 h 1510301"/>
                <a:gd name="connsiteX11" fmla="*/ 535154 w 1033129"/>
                <a:gd name="connsiteY11" fmla="*/ 1490684 h 1510301"/>
                <a:gd name="connsiteX12" fmla="*/ 437431 w 1033129"/>
                <a:gd name="connsiteY12" fmla="*/ 1505158 h 1510301"/>
                <a:gd name="connsiteX13" fmla="*/ 320773 w 1033129"/>
                <a:gd name="connsiteY13" fmla="*/ 1507639 h 1510301"/>
                <a:gd name="connsiteX14" fmla="*/ 185036 w 1033129"/>
                <a:gd name="connsiteY14" fmla="*/ 1499644 h 1510301"/>
                <a:gd name="connsiteX15" fmla="*/ 83052 w 1033129"/>
                <a:gd name="connsiteY15" fmla="*/ 1474691 h 1510301"/>
                <a:gd name="connsiteX16" fmla="*/ 36717 w 1033129"/>
                <a:gd name="connsiteY16" fmla="*/ 1386877 h 1510301"/>
                <a:gd name="connsiteX17" fmla="*/ 3594 w 1033129"/>
                <a:gd name="connsiteY17" fmla="*/ 1263498 h 1510301"/>
                <a:gd name="connsiteX18" fmla="*/ 2022 w 1033129"/>
                <a:gd name="connsiteY18" fmla="*/ 1156520 h 1510301"/>
                <a:gd name="connsiteX19" fmla="*/ 13654 w 1033129"/>
                <a:gd name="connsiteY19" fmla="*/ 1056022 h 1510301"/>
                <a:gd name="connsiteX20" fmla="*/ 30725 w 1033129"/>
                <a:gd name="connsiteY20" fmla="*/ 981718 h 1510301"/>
                <a:gd name="connsiteX21" fmla="*/ 60758 w 1033129"/>
                <a:gd name="connsiteY21" fmla="*/ 930160 h 1510301"/>
                <a:gd name="connsiteX22" fmla="*/ 96453 w 1033129"/>
                <a:gd name="connsiteY22" fmla="*/ 887975 h 1510301"/>
                <a:gd name="connsiteX23" fmla="*/ 115310 w 1033129"/>
                <a:gd name="connsiteY23" fmla="*/ 877776 h 1510301"/>
                <a:gd name="connsiteX24" fmla="*/ 130364 w 1033129"/>
                <a:gd name="connsiteY24" fmla="*/ 808569 h 1510301"/>
                <a:gd name="connsiteX25" fmla="*/ 139015 w 1033129"/>
                <a:gd name="connsiteY25" fmla="*/ 772385 h 1510301"/>
                <a:gd name="connsiteX26" fmla="*/ 151085 w 1033129"/>
                <a:gd name="connsiteY26" fmla="*/ 703110 h 1510301"/>
                <a:gd name="connsiteX27" fmla="*/ 171727 w 1033129"/>
                <a:gd name="connsiteY27" fmla="*/ 670439 h 1510301"/>
                <a:gd name="connsiteX28" fmla="*/ 184919 w 1033129"/>
                <a:gd name="connsiteY28" fmla="*/ 624395 h 1510301"/>
                <a:gd name="connsiteX29" fmla="*/ 216737 w 1033129"/>
                <a:gd name="connsiteY29" fmla="*/ 568839 h 1510301"/>
                <a:gd name="connsiteX30" fmla="*/ 241028 w 1033129"/>
                <a:gd name="connsiteY30" fmla="*/ 532308 h 1510301"/>
                <a:gd name="connsiteX31" fmla="*/ 299653 w 1033129"/>
                <a:gd name="connsiteY31" fmla="*/ 523861 h 1510301"/>
                <a:gd name="connsiteX32" fmla="*/ 417941 w 1033129"/>
                <a:gd name="connsiteY32" fmla="*/ 552988 h 1510301"/>
                <a:gd name="connsiteX0" fmla="*/ 434705 w 1033129"/>
                <a:gd name="connsiteY0" fmla="*/ 581987 h 1512004"/>
                <a:gd name="connsiteX1" fmla="*/ 689037 w 1033129"/>
                <a:gd name="connsiteY1" fmla="*/ 19946 h 1512004"/>
                <a:gd name="connsiteX2" fmla="*/ 895734 w 1033129"/>
                <a:gd name="connsiteY2" fmla="*/ 145257 h 1512004"/>
                <a:gd name="connsiteX3" fmla="*/ 1020050 w 1033129"/>
                <a:gd name="connsiteY3" fmla="*/ 332740 h 1512004"/>
                <a:gd name="connsiteX4" fmla="*/ 992125 w 1033129"/>
                <a:gd name="connsiteY4" fmla="*/ 706468 h 1512004"/>
                <a:gd name="connsiteX5" fmla="*/ 690022 w 1033129"/>
                <a:gd name="connsiteY5" fmla="*/ 700127 h 1512004"/>
                <a:gd name="connsiteX6" fmla="*/ 701665 w 1033129"/>
                <a:gd name="connsiteY6" fmla="*/ 825852 h 1512004"/>
                <a:gd name="connsiteX7" fmla="*/ 650984 w 1033129"/>
                <a:gd name="connsiteY7" fmla="*/ 1055934 h 1512004"/>
                <a:gd name="connsiteX8" fmla="*/ 657031 w 1033129"/>
                <a:gd name="connsiteY8" fmla="*/ 1124999 h 1512004"/>
                <a:gd name="connsiteX9" fmla="*/ 641036 w 1033129"/>
                <a:gd name="connsiteY9" fmla="*/ 1280639 h 1512004"/>
                <a:gd name="connsiteX10" fmla="*/ 597637 w 1033129"/>
                <a:gd name="connsiteY10" fmla="*/ 1423320 h 1512004"/>
                <a:gd name="connsiteX11" fmla="*/ 535154 w 1033129"/>
                <a:gd name="connsiteY11" fmla="*/ 1492387 h 1512004"/>
                <a:gd name="connsiteX12" fmla="*/ 437431 w 1033129"/>
                <a:gd name="connsiteY12" fmla="*/ 1506861 h 1512004"/>
                <a:gd name="connsiteX13" fmla="*/ 320773 w 1033129"/>
                <a:gd name="connsiteY13" fmla="*/ 1509342 h 1512004"/>
                <a:gd name="connsiteX14" fmla="*/ 185036 w 1033129"/>
                <a:gd name="connsiteY14" fmla="*/ 1501347 h 1512004"/>
                <a:gd name="connsiteX15" fmla="*/ 83052 w 1033129"/>
                <a:gd name="connsiteY15" fmla="*/ 1476394 h 1512004"/>
                <a:gd name="connsiteX16" fmla="*/ 36717 w 1033129"/>
                <a:gd name="connsiteY16" fmla="*/ 1388580 h 1512004"/>
                <a:gd name="connsiteX17" fmla="*/ 3594 w 1033129"/>
                <a:gd name="connsiteY17" fmla="*/ 1265201 h 1512004"/>
                <a:gd name="connsiteX18" fmla="*/ 2022 w 1033129"/>
                <a:gd name="connsiteY18" fmla="*/ 1158223 h 1512004"/>
                <a:gd name="connsiteX19" fmla="*/ 13654 w 1033129"/>
                <a:gd name="connsiteY19" fmla="*/ 1057725 h 1512004"/>
                <a:gd name="connsiteX20" fmla="*/ 30725 w 1033129"/>
                <a:gd name="connsiteY20" fmla="*/ 983421 h 1512004"/>
                <a:gd name="connsiteX21" fmla="*/ 60758 w 1033129"/>
                <a:gd name="connsiteY21" fmla="*/ 931863 h 1512004"/>
                <a:gd name="connsiteX22" fmla="*/ 96453 w 1033129"/>
                <a:gd name="connsiteY22" fmla="*/ 889678 h 1512004"/>
                <a:gd name="connsiteX23" fmla="*/ 115310 w 1033129"/>
                <a:gd name="connsiteY23" fmla="*/ 879479 h 1512004"/>
                <a:gd name="connsiteX24" fmla="*/ 130364 w 1033129"/>
                <a:gd name="connsiteY24" fmla="*/ 810272 h 1512004"/>
                <a:gd name="connsiteX25" fmla="*/ 139015 w 1033129"/>
                <a:gd name="connsiteY25" fmla="*/ 774088 h 1512004"/>
                <a:gd name="connsiteX26" fmla="*/ 151085 w 1033129"/>
                <a:gd name="connsiteY26" fmla="*/ 704813 h 1512004"/>
                <a:gd name="connsiteX27" fmla="*/ 171727 w 1033129"/>
                <a:gd name="connsiteY27" fmla="*/ 672142 h 1512004"/>
                <a:gd name="connsiteX28" fmla="*/ 184919 w 1033129"/>
                <a:gd name="connsiteY28" fmla="*/ 626098 h 1512004"/>
                <a:gd name="connsiteX29" fmla="*/ 216737 w 1033129"/>
                <a:gd name="connsiteY29" fmla="*/ 570542 h 1512004"/>
                <a:gd name="connsiteX30" fmla="*/ 241028 w 1033129"/>
                <a:gd name="connsiteY30" fmla="*/ 534011 h 1512004"/>
                <a:gd name="connsiteX31" fmla="*/ 299653 w 1033129"/>
                <a:gd name="connsiteY31" fmla="*/ 525564 h 1512004"/>
                <a:gd name="connsiteX32" fmla="*/ 434705 w 1033129"/>
                <a:gd name="connsiteY32" fmla="*/ 581987 h 1512004"/>
                <a:gd name="connsiteX0" fmla="*/ 421667 w 1033129"/>
                <a:gd name="connsiteY0" fmla="*/ 577152 h 1511719"/>
                <a:gd name="connsiteX1" fmla="*/ 689037 w 1033129"/>
                <a:gd name="connsiteY1" fmla="*/ 19661 h 1511719"/>
                <a:gd name="connsiteX2" fmla="*/ 895734 w 1033129"/>
                <a:gd name="connsiteY2" fmla="*/ 144972 h 1511719"/>
                <a:gd name="connsiteX3" fmla="*/ 1020050 w 1033129"/>
                <a:gd name="connsiteY3" fmla="*/ 332455 h 1511719"/>
                <a:gd name="connsiteX4" fmla="*/ 992125 w 1033129"/>
                <a:gd name="connsiteY4" fmla="*/ 706183 h 1511719"/>
                <a:gd name="connsiteX5" fmla="*/ 690022 w 1033129"/>
                <a:gd name="connsiteY5" fmla="*/ 699842 h 1511719"/>
                <a:gd name="connsiteX6" fmla="*/ 701665 w 1033129"/>
                <a:gd name="connsiteY6" fmla="*/ 825567 h 1511719"/>
                <a:gd name="connsiteX7" fmla="*/ 650984 w 1033129"/>
                <a:gd name="connsiteY7" fmla="*/ 1055649 h 1511719"/>
                <a:gd name="connsiteX8" fmla="*/ 657031 w 1033129"/>
                <a:gd name="connsiteY8" fmla="*/ 1124714 h 1511719"/>
                <a:gd name="connsiteX9" fmla="*/ 641036 w 1033129"/>
                <a:gd name="connsiteY9" fmla="*/ 1280354 h 1511719"/>
                <a:gd name="connsiteX10" fmla="*/ 597637 w 1033129"/>
                <a:gd name="connsiteY10" fmla="*/ 1423035 h 1511719"/>
                <a:gd name="connsiteX11" fmla="*/ 535154 w 1033129"/>
                <a:gd name="connsiteY11" fmla="*/ 1492102 h 1511719"/>
                <a:gd name="connsiteX12" fmla="*/ 437431 w 1033129"/>
                <a:gd name="connsiteY12" fmla="*/ 1506576 h 1511719"/>
                <a:gd name="connsiteX13" fmla="*/ 320773 w 1033129"/>
                <a:gd name="connsiteY13" fmla="*/ 1509057 h 1511719"/>
                <a:gd name="connsiteX14" fmla="*/ 185036 w 1033129"/>
                <a:gd name="connsiteY14" fmla="*/ 1501062 h 1511719"/>
                <a:gd name="connsiteX15" fmla="*/ 83052 w 1033129"/>
                <a:gd name="connsiteY15" fmla="*/ 1476109 h 1511719"/>
                <a:gd name="connsiteX16" fmla="*/ 36717 w 1033129"/>
                <a:gd name="connsiteY16" fmla="*/ 1388295 h 1511719"/>
                <a:gd name="connsiteX17" fmla="*/ 3594 w 1033129"/>
                <a:gd name="connsiteY17" fmla="*/ 1264916 h 1511719"/>
                <a:gd name="connsiteX18" fmla="*/ 2022 w 1033129"/>
                <a:gd name="connsiteY18" fmla="*/ 1157938 h 1511719"/>
                <a:gd name="connsiteX19" fmla="*/ 13654 w 1033129"/>
                <a:gd name="connsiteY19" fmla="*/ 1057440 h 1511719"/>
                <a:gd name="connsiteX20" fmla="*/ 30725 w 1033129"/>
                <a:gd name="connsiteY20" fmla="*/ 983136 h 1511719"/>
                <a:gd name="connsiteX21" fmla="*/ 60758 w 1033129"/>
                <a:gd name="connsiteY21" fmla="*/ 931578 h 1511719"/>
                <a:gd name="connsiteX22" fmla="*/ 96453 w 1033129"/>
                <a:gd name="connsiteY22" fmla="*/ 889393 h 1511719"/>
                <a:gd name="connsiteX23" fmla="*/ 115310 w 1033129"/>
                <a:gd name="connsiteY23" fmla="*/ 879194 h 1511719"/>
                <a:gd name="connsiteX24" fmla="*/ 130364 w 1033129"/>
                <a:gd name="connsiteY24" fmla="*/ 809987 h 1511719"/>
                <a:gd name="connsiteX25" fmla="*/ 139015 w 1033129"/>
                <a:gd name="connsiteY25" fmla="*/ 773803 h 1511719"/>
                <a:gd name="connsiteX26" fmla="*/ 151085 w 1033129"/>
                <a:gd name="connsiteY26" fmla="*/ 704528 h 1511719"/>
                <a:gd name="connsiteX27" fmla="*/ 171727 w 1033129"/>
                <a:gd name="connsiteY27" fmla="*/ 671857 h 1511719"/>
                <a:gd name="connsiteX28" fmla="*/ 184919 w 1033129"/>
                <a:gd name="connsiteY28" fmla="*/ 625813 h 1511719"/>
                <a:gd name="connsiteX29" fmla="*/ 216737 w 1033129"/>
                <a:gd name="connsiteY29" fmla="*/ 570257 h 1511719"/>
                <a:gd name="connsiteX30" fmla="*/ 241028 w 1033129"/>
                <a:gd name="connsiteY30" fmla="*/ 533726 h 1511719"/>
                <a:gd name="connsiteX31" fmla="*/ 299653 w 1033129"/>
                <a:gd name="connsiteY31" fmla="*/ 525279 h 1511719"/>
                <a:gd name="connsiteX32" fmla="*/ 421667 w 1033129"/>
                <a:gd name="connsiteY32" fmla="*/ 577152 h 1511719"/>
                <a:gd name="connsiteX0" fmla="*/ 421667 w 1033129"/>
                <a:gd name="connsiteY0" fmla="*/ 577152 h 1511719"/>
                <a:gd name="connsiteX1" fmla="*/ 689037 w 1033129"/>
                <a:gd name="connsiteY1" fmla="*/ 19661 h 1511719"/>
                <a:gd name="connsiteX2" fmla="*/ 895734 w 1033129"/>
                <a:gd name="connsiteY2" fmla="*/ 144972 h 1511719"/>
                <a:gd name="connsiteX3" fmla="*/ 1020050 w 1033129"/>
                <a:gd name="connsiteY3" fmla="*/ 332455 h 1511719"/>
                <a:gd name="connsiteX4" fmla="*/ 992125 w 1033129"/>
                <a:gd name="connsiteY4" fmla="*/ 706183 h 1511719"/>
                <a:gd name="connsiteX5" fmla="*/ 690022 w 1033129"/>
                <a:gd name="connsiteY5" fmla="*/ 699842 h 1511719"/>
                <a:gd name="connsiteX6" fmla="*/ 701665 w 1033129"/>
                <a:gd name="connsiteY6" fmla="*/ 825567 h 1511719"/>
                <a:gd name="connsiteX7" fmla="*/ 650984 w 1033129"/>
                <a:gd name="connsiteY7" fmla="*/ 1055649 h 1511719"/>
                <a:gd name="connsiteX8" fmla="*/ 657031 w 1033129"/>
                <a:gd name="connsiteY8" fmla="*/ 1124714 h 1511719"/>
                <a:gd name="connsiteX9" fmla="*/ 641036 w 1033129"/>
                <a:gd name="connsiteY9" fmla="*/ 1280354 h 1511719"/>
                <a:gd name="connsiteX10" fmla="*/ 597637 w 1033129"/>
                <a:gd name="connsiteY10" fmla="*/ 1423035 h 1511719"/>
                <a:gd name="connsiteX11" fmla="*/ 535154 w 1033129"/>
                <a:gd name="connsiteY11" fmla="*/ 1492102 h 1511719"/>
                <a:gd name="connsiteX12" fmla="*/ 437431 w 1033129"/>
                <a:gd name="connsiteY12" fmla="*/ 1506576 h 1511719"/>
                <a:gd name="connsiteX13" fmla="*/ 320773 w 1033129"/>
                <a:gd name="connsiteY13" fmla="*/ 1509057 h 1511719"/>
                <a:gd name="connsiteX14" fmla="*/ 185036 w 1033129"/>
                <a:gd name="connsiteY14" fmla="*/ 1501062 h 1511719"/>
                <a:gd name="connsiteX15" fmla="*/ 83052 w 1033129"/>
                <a:gd name="connsiteY15" fmla="*/ 1476109 h 1511719"/>
                <a:gd name="connsiteX16" fmla="*/ 36717 w 1033129"/>
                <a:gd name="connsiteY16" fmla="*/ 1388295 h 1511719"/>
                <a:gd name="connsiteX17" fmla="*/ 3594 w 1033129"/>
                <a:gd name="connsiteY17" fmla="*/ 1264916 h 1511719"/>
                <a:gd name="connsiteX18" fmla="*/ 2022 w 1033129"/>
                <a:gd name="connsiteY18" fmla="*/ 1157938 h 1511719"/>
                <a:gd name="connsiteX19" fmla="*/ 13654 w 1033129"/>
                <a:gd name="connsiteY19" fmla="*/ 1057440 h 1511719"/>
                <a:gd name="connsiteX20" fmla="*/ 30725 w 1033129"/>
                <a:gd name="connsiteY20" fmla="*/ 983136 h 1511719"/>
                <a:gd name="connsiteX21" fmla="*/ 60758 w 1033129"/>
                <a:gd name="connsiteY21" fmla="*/ 931578 h 1511719"/>
                <a:gd name="connsiteX22" fmla="*/ 96453 w 1033129"/>
                <a:gd name="connsiteY22" fmla="*/ 889393 h 1511719"/>
                <a:gd name="connsiteX23" fmla="*/ 115310 w 1033129"/>
                <a:gd name="connsiteY23" fmla="*/ 879194 h 1511719"/>
                <a:gd name="connsiteX24" fmla="*/ 130364 w 1033129"/>
                <a:gd name="connsiteY24" fmla="*/ 809987 h 1511719"/>
                <a:gd name="connsiteX25" fmla="*/ 139015 w 1033129"/>
                <a:gd name="connsiteY25" fmla="*/ 773803 h 1511719"/>
                <a:gd name="connsiteX26" fmla="*/ 151085 w 1033129"/>
                <a:gd name="connsiteY26" fmla="*/ 704528 h 1511719"/>
                <a:gd name="connsiteX27" fmla="*/ 171727 w 1033129"/>
                <a:gd name="connsiteY27" fmla="*/ 671857 h 1511719"/>
                <a:gd name="connsiteX28" fmla="*/ 184919 w 1033129"/>
                <a:gd name="connsiteY28" fmla="*/ 625813 h 1511719"/>
                <a:gd name="connsiteX29" fmla="*/ 216737 w 1033129"/>
                <a:gd name="connsiteY29" fmla="*/ 570257 h 1511719"/>
                <a:gd name="connsiteX30" fmla="*/ 241028 w 1033129"/>
                <a:gd name="connsiteY30" fmla="*/ 533726 h 1511719"/>
                <a:gd name="connsiteX31" fmla="*/ 299653 w 1033129"/>
                <a:gd name="connsiteY31" fmla="*/ 525279 h 1511719"/>
                <a:gd name="connsiteX32" fmla="*/ 421667 w 1033129"/>
                <a:gd name="connsiteY32" fmla="*/ 577152 h 1511719"/>
                <a:gd name="connsiteX0" fmla="*/ 421667 w 1033129"/>
                <a:gd name="connsiteY0" fmla="*/ 437466 h 1372033"/>
                <a:gd name="connsiteX1" fmla="*/ 551203 w 1033129"/>
                <a:gd name="connsiteY1" fmla="*/ 389491 h 1372033"/>
                <a:gd name="connsiteX2" fmla="*/ 895734 w 1033129"/>
                <a:gd name="connsiteY2" fmla="*/ 5286 h 1372033"/>
                <a:gd name="connsiteX3" fmla="*/ 1020050 w 1033129"/>
                <a:gd name="connsiteY3" fmla="*/ 192769 h 1372033"/>
                <a:gd name="connsiteX4" fmla="*/ 992125 w 1033129"/>
                <a:gd name="connsiteY4" fmla="*/ 566497 h 1372033"/>
                <a:gd name="connsiteX5" fmla="*/ 690022 w 1033129"/>
                <a:gd name="connsiteY5" fmla="*/ 560156 h 1372033"/>
                <a:gd name="connsiteX6" fmla="*/ 701665 w 1033129"/>
                <a:gd name="connsiteY6" fmla="*/ 685881 h 1372033"/>
                <a:gd name="connsiteX7" fmla="*/ 650984 w 1033129"/>
                <a:gd name="connsiteY7" fmla="*/ 915963 h 1372033"/>
                <a:gd name="connsiteX8" fmla="*/ 657031 w 1033129"/>
                <a:gd name="connsiteY8" fmla="*/ 985028 h 1372033"/>
                <a:gd name="connsiteX9" fmla="*/ 641036 w 1033129"/>
                <a:gd name="connsiteY9" fmla="*/ 1140668 h 1372033"/>
                <a:gd name="connsiteX10" fmla="*/ 597637 w 1033129"/>
                <a:gd name="connsiteY10" fmla="*/ 1283349 h 1372033"/>
                <a:gd name="connsiteX11" fmla="*/ 535154 w 1033129"/>
                <a:gd name="connsiteY11" fmla="*/ 1352416 h 1372033"/>
                <a:gd name="connsiteX12" fmla="*/ 437431 w 1033129"/>
                <a:gd name="connsiteY12" fmla="*/ 1366890 h 1372033"/>
                <a:gd name="connsiteX13" fmla="*/ 320773 w 1033129"/>
                <a:gd name="connsiteY13" fmla="*/ 1369371 h 1372033"/>
                <a:gd name="connsiteX14" fmla="*/ 185036 w 1033129"/>
                <a:gd name="connsiteY14" fmla="*/ 1361376 h 1372033"/>
                <a:gd name="connsiteX15" fmla="*/ 83052 w 1033129"/>
                <a:gd name="connsiteY15" fmla="*/ 1336423 h 1372033"/>
                <a:gd name="connsiteX16" fmla="*/ 36717 w 1033129"/>
                <a:gd name="connsiteY16" fmla="*/ 1248609 h 1372033"/>
                <a:gd name="connsiteX17" fmla="*/ 3594 w 1033129"/>
                <a:gd name="connsiteY17" fmla="*/ 1125230 h 1372033"/>
                <a:gd name="connsiteX18" fmla="*/ 2022 w 1033129"/>
                <a:gd name="connsiteY18" fmla="*/ 1018252 h 1372033"/>
                <a:gd name="connsiteX19" fmla="*/ 13654 w 1033129"/>
                <a:gd name="connsiteY19" fmla="*/ 917754 h 1372033"/>
                <a:gd name="connsiteX20" fmla="*/ 30725 w 1033129"/>
                <a:gd name="connsiteY20" fmla="*/ 843450 h 1372033"/>
                <a:gd name="connsiteX21" fmla="*/ 60758 w 1033129"/>
                <a:gd name="connsiteY21" fmla="*/ 791892 h 1372033"/>
                <a:gd name="connsiteX22" fmla="*/ 96453 w 1033129"/>
                <a:gd name="connsiteY22" fmla="*/ 749707 h 1372033"/>
                <a:gd name="connsiteX23" fmla="*/ 115310 w 1033129"/>
                <a:gd name="connsiteY23" fmla="*/ 739508 h 1372033"/>
                <a:gd name="connsiteX24" fmla="*/ 130364 w 1033129"/>
                <a:gd name="connsiteY24" fmla="*/ 670301 h 1372033"/>
                <a:gd name="connsiteX25" fmla="*/ 139015 w 1033129"/>
                <a:gd name="connsiteY25" fmla="*/ 634117 h 1372033"/>
                <a:gd name="connsiteX26" fmla="*/ 151085 w 1033129"/>
                <a:gd name="connsiteY26" fmla="*/ 564842 h 1372033"/>
                <a:gd name="connsiteX27" fmla="*/ 171727 w 1033129"/>
                <a:gd name="connsiteY27" fmla="*/ 532171 h 1372033"/>
                <a:gd name="connsiteX28" fmla="*/ 184919 w 1033129"/>
                <a:gd name="connsiteY28" fmla="*/ 486127 h 1372033"/>
                <a:gd name="connsiteX29" fmla="*/ 216737 w 1033129"/>
                <a:gd name="connsiteY29" fmla="*/ 430571 h 1372033"/>
                <a:gd name="connsiteX30" fmla="*/ 241028 w 1033129"/>
                <a:gd name="connsiteY30" fmla="*/ 394040 h 1372033"/>
                <a:gd name="connsiteX31" fmla="*/ 299653 w 1033129"/>
                <a:gd name="connsiteY31" fmla="*/ 385593 h 1372033"/>
                <a:gd name="connsiteX32" fmla="*/ 421667 w 1033129"/>
                <a:gd name="connsiteY32" fmla="*/ 437466 h 1372033"/>
                <a:gd name="connsiteX0" fmla="*/ 421667 w 1033129"/>
                <a:gd name="connsiteY0" fmla="*/ 437466 h 1372033"/>
                <a:gd name="connsiteX1" fmla="*/ 551203 w 1033129"/>
                <a:gd name="connsiteY1" fmla="*/ 389491 h 1372033"/>
                <a:gd name="connsiteX2" fmla="*/ 895734 w 1033129"/>
                <a:gd name="connsiteY2" fmla="*/ 5286 h 1372033"/>
                <a:gd name="connsiteX3" fmla="*/ 1020050 w 1033129"/>
                <a:gd name="connsiteY3" fmla="*/ 192769 h 1372033"/>
                <a:gd name="connsiteX4" fmla="*/ 992125 w 1033129"/>
                <a:gd name="connsiteY4" fmla="*/ 566497 h 1372033"/>
                <a:gd name="connsiteX5" fmla="*/ 690022 w 1033129"/>
                <a:gd name="connsiteY5" fmla="*/ 560156 h 1372033"/>
                <a:gd name="connsiteX6" fmla="*/ 701665 w 1033129"/>
                <a:gd name="connsiteY6" fmla="*/ 685881 h 1372033"/>
                <a:gd name="connsiteX7" fmla="*/ 650984 w 1033129"/>
                <a:gd name="connsiteY7" fmla="*/ 915963 h 1372033"/>
                <a:gd name="connsiteX8" fmla="*/ 657031 w 1033129"/>
                <a:gd name="connsiteY8" fmla="*/ 985028 h 1372033"/>
                <a:gd name="connsiteX9" fmla="*/ 641036 w 1033129"/>
                <a:gd name="connsiteY9" fmla="*/ 1140668 h 1372033"/>
                <a:gd name="connsiteX10" fmla="*/ 597637 w 1033129"/>
                <a:gd name="connsiteY10" fmla="*/ 1283349 h 1372033"/>
                <a:gd name="connsiteX11" fmla="*/ 535154 w 1033129"/>
                <a:gd name="connsiteY11" fmla="*/ 1352416 h 1372033"/>
                <a:gd name="connsiteX12" fmla="*/ 437431 w 1033129"/>
                <a:gd name="connsiteY12" fmla="*/ 1366890 h 1372033"/>
                <a:gd name="connsiteX13" fmla="*/ 320773 w 1033129"/>
                <a:gd name="connsiteY13" fmla="*/ 1369371 h 1372033"/>
                <a:gd name="connsiteX14" fmla="*/ 185036 w 1033129"/>
                <a:gd name="connsiteY14" fmla="*/ 1361376 h 1372033"/>
                <a:gd name="connsiteX15" fmla="*/ 83052 w 1033129"/>
                <a:gd name="connsiteY15" fmla="*/ 1336423 h 1372033"/>
                <a:gd name="connsiteX16" fmla="*/ 36717 w 1033129"/>
                <a:gd name="connsiteY16" fmla="*/ 1248609 h 1372033"/>
                <a:gd name="connsiteX17" fmla="*/ 3594 w 1033129"/>
                <a:gd name="connsiteY17" fmla="*/ 1125230 h 1372033"/>
                <a:gd name="connsiteX18" fmla="*/ 2022 w 1033129"/>
                <a:gd name="connsiteY18" fmla="*/ 1018252 h 1372033"/>
                <a:gd name="connsiteX19" fmla="*/ 13654 w 1033129"/>
                <a:gd name="connsiteY19" fmla="*/ 917754 h 1372033"/>
                <a:gd name="connsiteX20" fmla="*/ 30725 w 1033129"/>
                <a:gd name="connsiteY20" fmla="*/ 843450 h 1372033"/>
                <a:gd name="connsiteX21" fmla="*/ 60758 w 1033129"/>
                <a:gd name="connsiteY21" fmla="*/ 791892 h 1372033"/>
                <a:gd name="connsiteX22" fmla="*/ 96453 w 1033129"/>
                <a:gd name="connsiteY22" fmla="*/ 749707 h 1372033"/>
                <a:gd name="connsiteX23" fmla="*/ 115310 w 1033129"/>
                <a:gd name="connsiteY23" fmla="*/ 739508 h 1372033"/>
                <a:gd name="connsiteX24" fmla="*/ 130364 w 1033129"/>
                <a:gd name="connsiteY24" fmla="*/ 670301 h 1372033"/>
                <a:gd name="connsiteX25" fmla="*/ 139015 w 1033129"/>
                <a:gd name="connsiteY25" fmla="*/ 634117 h 1372033"/>
                <a:gd name="connsiteX26" fmla="*/ 151085 w 1033129"/>
                <a:gd name="connsiteY26" fmla="*/ 564842 h 1372033"/>
                <a:gd name="connsiteX27" fmla="*/ 171727 w 1033129"/>
                <a:gd name="connsiteY27" fmla="*/ 532171 h 1372033"/>
                <a:gd name="connsiteX28" fmla="*/ 184919 w 1033129"/>
                <a:gd name="connsiteY28" fmla="*/ 486127 h 1372033"/>
                <a:gd name="connsiteX29" fmla="*/ 216737 w 1033129"/>
                <a:gd name="connsiteY29" fmla="*/ 430571 h 1372033"/>
                <a:gd name="connsiteX30" fmla="*/ 241028 w 1033129"/>
                <a:gd name="connsiteY30" fmla="*/ 394040 h 1372033"/>
                <a:gd name="connsiteX31" fmla="*/ 299653 w 1033129"/>
                <a:gd name="connsiteY31" fmla="*/ 385593 h 1372033"/>
                <a:gd name="connsiteX32" fmla="*/ 421667 w 1033129"/>
                <a:gd name="connsiteY32" fmla="*/ 437466 h 1372033"/>
                <a:gd name="connsiteX0" fmla="*/ 421667 w 1033129"/>
                <a:gd name="connsiteY0" fmla="*/ 439550 h 1374117"/>
                <a:gd name="connsiteX1" fmla="*/ 549340 w 1033129"/>
                <a:gd name="connsiteY1" fmla="*/ 437068 h 1374117"/>
                <a:gd name="connsiteX2" fmla="*/ 895734 w 1033129"/>
                <a:gd name="connsiteY2" fmla="*/ 7370 h 1374117"/>
                <a:gd name="connsiteX3" fmla="*/ 1020050 w 1033129"/>
                <a:gd name="connsiteY3" fmla="*/ 194853 h 1374117"/>
                <a:gd name="connsiteX4" fmla="*/ 992125 w 1033129"/>
                <a:gd name="connsiteY4" fmla="*/ 568581 h 1374117"/>
                <a:gd name="connsiteX5" fmla="*/ 690022 w 1033129"/>
                <a:gd name="connsiteY5" fmla="*/ 562240 h 1374117"/>
                <a:gd name="connsiteX6" fmla="*/ 701665 w 1033129"/>
                <a:gd name="connsiteY6" fmla="*/ 687965 h 1374117"/>
                <a:gd name="connsiteX7" fmla="*/ 650984 w 1033129"/>
                <a:gd name="connsiteY7" fmla="*/ 918047 h 1374117"/>
                <a:gd name="connsiteX8" fmla="*/ 657031 w 1033129"/>
                <a:gd name="connsiteY8" fmla="*/ 987112 h 1374117"/>
                <a:gd name="connsiteX9" fmla="*/ 641036 w 1033129"/>
                <a:gd name="connsiteY9" fmla="*/ 1142752 h 1374117"/>
                <a:gd name="connsiteX10" fmla="*/ 597637 w 1033129"/>
                <a:gd name="connsiteY10" fmla="*/ 1285433 h 1374117"/>
                <a:gd name="connsiteX11" fmla="*/ 535154 w 1033129"/>
                <a:gd name="connsiteY11" fmla="*/ 1354500 h 1374117"/>
                <a:gd name="connsiteX12" fmla="*/ 437431 w 1033129"/>
                <a:gd name="connsiteY12" fmla="*/ 1368974 h 1374117"/>
                <a:gd name="connsiteX13" fmla="*/ 320773 w 1033129"/>
                <a:gd name="connsiteY13" fmla="*/ 1371455 h 1374117"/>
                <a:gd name="connsiteX14" fmla="*/ 185036 w 1033129"/>
                <a:gd name="connsiteY14" fmla="*/ 1363460 h 1374117"/>
                <a:gd name="connsiteX15" fmla="*/ 83052 w 1033129"/>
                <a:gd name="connsiteY15" fmla="*/ 1338507 h 1374117"/>
                <a:gd name="connsiteX16" fmla="*/ 36717 w 1033129"/>
                <a:gd name="connsiteY16" fmla="*/ 1250693 h 1374117"/>
                <a:gd name="connsiteX17" fmla="*/ 3594 w 1033129"/>
                <a:gd name="connsiteY17" fmla="*/ 1127314 h 1374117"/>
                <a:gd name="connsiteX18" fmla="*/ 2022 w 1033129"/>
                <a:gd name="connsiteY18" fmla="*/ 1020336 h 1374117"/>
                <a:gd name="connsiteX19" fmla="*/ 13654 w 1033129"/>
                <a:gd name="connsiteY19" fmla="*/ 919838 h 1374117"/>
                <a:gd name="connsiteX20" fmla="*/ 30725 w 1033129"/>
                <a:gd name="connsiteY20" fmla="*/ 845534 h 1374117"/>
                <a:gd name="connsiteX21" fmla="*/ 60758 w 1033129"/>
                <a:gd name="connsiteY21" fmla="*/ 793976 h 1374117"/>
                <a:gd name="connsiteX22" fmla="*/ 96453 w 1033129"/>
                <a:gd name="connsiteY22" fmla="*/ 751791 h 1374117"/>
                <a:gd name="connsiteX23" fmla="*/ 115310 w 1033129"/>
                <a:gd name="connsiteY23" fmla="*/ 741592 h 1374117"/>
                <a:gd name="connsiteX24" fmla="*/ 130364 w 1033129"/>
                <a:gd name="connsiteY24" fmla="*/ 672385 h 1374117"/>
                <a:gd name="connsiteX25" fmla="*/ 139015 w 1033129"/>
                <a:gd name="connsiteY25" fmla="*/ 636201 h 1374117"/>
                <a:gd name="connsiteX26" fmla="*/ 151085 w 1033129"/>
                <a:gd name="connsiteY26" fmla="*/ 566926 h 1374117"/>
                <a:gd name="connsiteX27" fmla="*/ 171727 w 1033129"/>
                <a:gd name="connsiteY27" fmla="*/ 534255 h 1374117"/>
                <a:gd name="connsiteX28" fmla="*/ 184919 w 1033129"/>
                <a:gd name="connsiteY28" fmla="*/ 488211 h 1374117"/>
                <a:gd name="connsiteX29" fmla="*/ 216737 w 1033129"/>
                <a:gd name="connsiteY29" fmla="*/ 432655 h 1374117"/>
                <a:gd name="connsiteX30" fmla="*/ 241028 w 1033129"/>
                <a:gd name="connsiteY30" fmla="*/ 396124 h 1374117"/>
                <a:gd name="connsiteX31" fmla="*/ 299653 w 1033129"/>
                <a:gd name="connsiteY31" fmla="*/ 387677 h 1374117"/>
                <a:gd name="connsiteX32" fmla="*/ 421667 w 1033129"/>
                <a:gd name="connsiteY32" fmla="*/ 439550 h 1374117"/>
                <a:gd name="connsiteX0" fmla="*/ 421667 w 1033129"/>
                <a:gd name="connsiteY0" fmla="*/ 439550 h 1374117"/>
                <a:gd name="connsiteX1" fmla="*/ 549340 w 1033129"/>
                <a:gd name="connsiteY1" fmla="*/ 437068 h 1374117"/>
                <a:gd name="connsiteX2" fmla="*/ 895734 w 1033129"/>
                <a:gd name="connsiteY2" fmla="*/ 7370 h 1374117"/>
                <a:gd name="connsiteX3" fmla="*/ 1020050 w 1033129"/>
                <a:gd name="connsiteY3" fmla="*/ 194853 h 1374117"/>
                <a:gd name="connsiteX4" fmla="*/ 992125 w 1033129"/>
                <a:gd name="connsiteY4" fmla="*/ 568581 h 1374117"/>
                <a:gd name="connsiteX5" fmla="*/ 690022 w 1033129"/>
                <a:gd name="connsiteY5" fmla="*/ 562240 h 1374117"/>
                <a:gd name="connsiteX6" fmla="*/ 701665 w 1033129"/>
                <a:gd name="connsiteY6" fmla="*/ 687965 h 1374117"/>
                <a:gd name="connsiteX7" fmla="*/ 650984 w 1033129"/>
                <a:gd name="connsiteY7" fmla="*/ 918047 h 1374117"/>
                <a:gd name="connsiteX8" fmla="*/ 657031 w 1033129"/>
                <a:gd name="connsiteY8" fmla="*/ 987112 h 1374117"/>
                <a:gd name="connsiteX9" fmla="*/ 641036 w 1033129"/>
                <a:gd name="connsiteY9" fmla="*/ 1142752 h 1374117"/>
                <a:gd name="connsiteX10" fmla="*/ 597637 w 1033129"/>
                <a:gd name="connsiteY10" fmla="*/ 1285433 h 1374117"/>
                <a:gd name="connsiteX11" fmla="*/ 535154 w 1033129"/>
                <a:gd name="connsiteY11" fmla="*/ 1354500 h 1374117"/>
                <a:gd name="connsiteX12" fmla="*/ 437431 w 1033129"/>
                <a:gd name="connsiteY12" fmla="*/ 1368974 h 1374117"/>
                <a:gd name="connsiteX13" fmla="*/ 320773 w 1033129"/>
                <a:gd name="connsiteY13" fmla="*/ 1371455 h 1374117"/>
                <a:gd name="connsiteX14" fmla="*/ 185036 w 1033129"/>
                <a:gd name="connsiteY14" fmla="*/ 1363460 h 1374117"/>
                <a:gd name="connsiteX15" fmla="*/ 83052 w 1033129"/>
                <a:gd name="connsiteY15" fmla="*/ 1338507 h 1374117"/>
                <a:gd name="connsiteX16" fmla="*/ 36717 w 1033129"/>
                <a:gd name="connsiteY16" fmla="*/ 1250693 h 1374117"/>
                <a:gd name="connsiteX17" fmla="*/ 3594 w 1033129"/>
                <a:gd name="connsiteY17" fmla="*/ 1127314 h 1374117"/>
                <a:gd name="connsiteX18" fmla="*/ 2022 w 1033129"/>
                <a:gd name="connsiteY18" fmla="*/ 1020336 h 1374117"/>
                <a:gd name="connsiteX19" fmla="*/ 13654 w 1033129"/>
                <a:gd name="connsiteY19" fmla="*/ 919838 h 1374117"/>
                <a:gd name="connsiteX20" fmla="*/ 30725 w 1033129"/>
                <a:gd name="connsiteY20" fmla="*/ 845534 h 1374117"/>
                <a:gd name="connsiteX21" fmla="*/ 60758 w 1033129"/>
                <a:gd name="connsiteY21" fmla="*/ 793976 h 1374117"/>
                <a:gd name="connsiteX22" fmla="*/ 96453 w 1033129"/>
                <a:gd name="connsiteY22" fmla="*/ 751791 h 1374117"/>
                <a:gd name="connsiteX23" fmla="*/ 115310 w 1033129"/>
                <a:gd name="connsiteY23" fmla="*/ 741592 h 1374117"/>
                <a:gd name="connsiteX24" fmla="*/ 130364 w 1033129"/>
                <a:gd name="connsiteY24" fmla="*/ 672385 h 1374117"/>
                <a:gd name="connsiteX25" fmla="*/ 139015 w 1033129"/>
                <a:gd name="connsiteY25" fmla="*/ 636201 h 1374117"/>
                <a:gd name="connsiteX26" fmla="*/ 151085 w 1033129"/>
                <a:gd name="connsiteY26" fmla="*/ 566926 h 1374117"/>
                <a:gd name="connsiteX27" fmla="*/ 171727 w 1033129"/>
                <a:gd name="connsiteY27" fmla="*/ 534255 h 1374117"/>
                <a:gd name="connsiteX28" fmla="*/ 184919 w 1033129"/>
                <a:gd name="connsiteY28" fmla="*/ 488211 h 1374117"/>
                <a:gd name="connsiteX29" fmla="*/ 216737 w 1033129"/>
                <a:gd name="connsiteY29" fmla="*/ 432655 h 1374117"/>
                <a:gd name="connsiteX30" fmla="*/ 241028 w 1033129"/>
                <a:gd name="connsiteY30" fmla="*/ 396124 h 1374117"/>
                <a:gd name="connsiteX31" fmla="*/ 299653 w 1033129"/>
                <a:gd name="connsiteY31" fmla="*/ 387677 h 1374117"/>
                <a:gd name="connsiteX32" fmla="*/ 421667 w 1033129"/>
                <a:gd name="connsiteY32" fmla="*/ 439550 h 1374117"/>
                <a:gd name="connsiteX0" fmla="*/ 421667 w 1033129"/>
                <a:gd name="connsiteY0" fmla="*/ 442045 h 1376612"/>
                <a:gd name="connsiteX1" fmla="*/ 506500 w 1033129"/>
                <a:gd name="connsiteY1" fmla="*/ 489604 h 1376612"/>
                <a:gd name="connsiteX2" fmla="*/ 895734 w 1033129"/>
                <a:gd name="connsiteY2" fmla="*/ 9865 h 1376612"/>
                <a:gd name="connsiteX3" fmla="*/ 1020050 w 1033129"/>
                <a:gd name="connsiteY3" fmla="*/ 197348 h 1376612"/>
                <a:gd name="connsiteX4" fmla="*/ 992125 w 1033129"/>
                <a:gd name="connsiteY4" fmla="*/ 571076 h 1376612"/>
                <a:gd name="connsiteX5" fmla="*/ 690022 w 1033129"/>
                <a:gd name="connsiteY5" fmla="*/ 564735 h 1376612"/>
                <a:gd name="connsiteX6" fmla="*/ 701665 w 1033129"/>
                <a:gd name="connsiteY6" fmla="*/ 690460 h 1376612"/>
                <a:gd name="connsiteX7" fmla="*/ 650984 w 1033129"/>
                <a:gd name="connsiteY7" fmla="*/ 920542 h 1376612"/>
                <a:gd name="connsiteX8" fmla="*/ 657031 w 1033129"/>
                <a:gd name="connsiteY8" fmla="*/ 989607 h 1376612"/>
                <a:gd name="connsiteX9" fmla="*/ 641036 w 1033129"/>
                <a:gd name="connsiteY9" fmla="*/ 1145247 h 1376612"/>
                <a:gd name="connsiteX10" fmla="*/ 597637 w 1033129"/>
                <a:gd name="connsiteY10" fmla="*/ 1287928 h 1376612"/>
                <a:gd name="connsiteX11" fmla="*/ 535154 w 1033129"/>
                <a:gd name="connsiteY11" fmla="*/ 1356995 h 1376612"/>
                <a:gd name="connsiteX12" fmla="*/ 437431 w 1033129"/>
                <a:gd name="connsiteY12" fmla="*/ 1371469 h 1376612"/>
                <a:gd name="connsiteX13" fmla="*/ 320773 w 1033129"/>
                <a:gd name="connsiteY13" fmla="*/ 1373950 h 1376612"/>
                <a:gd name="connsiteX14" fmla="*/ 185036 w 1033129"/>
                <a:gd name="connsiteY14" fmla="*/ 1365955 h 1376612"/>
                <a:gd name="connsiteX15" fmla="*/ 83052 w 1033129"/>
                <a:gd name="connsiteY15" fmla="*/ 1341002 h 1376612"/>
                <a:gd name="connsiteX16" fmla="*/ 36717 w 1033129"/>
                <a:gd name="connsiteY16" fmla="*/ 1253188 h 1376612"/>
                <a:gd name="connsiteX17" fmla="*/ 3594 w 1033129"/>
                <a:gd name="connsiteY17" fmla="*/ 1129809 h 1376612"/>
                <a:gd name="connsiteX18" fmla="*/ 2022 w 1033129"/>
                <a:gd name="connsiteY18" fmla="*/ 1022831 h 1376612"/>
                <a:gd name="connsiteX19" fmla="*/ 13654 w 1033129"/>
                <a:gd name="connsiteY19" fmla="*/ 922333 h 1376612"/>
                <a:gd name="connsiteX20" fmla="*/ 30725 w 1033129"/>
                <a:gd name="connsiteY20" fmla="*/ 848029 h 1376612"/>
                <a:gd name="connsiteX21" fmla="*/ 60758 w 1033129"/>
                <a:gd name="connsiteY21" fmla="*/ 796471 h 1376612"/>
                <a:gd name="connsiteX22" fmla="*/ 96453 w 1033129"/>
                <a:gd name="connsiteY22" fmla="*/ 754286 h 1376612"/>
                <a:gd name="connsiteX23" fmla="*/ 115310 w 1033129"/>
                <a:gd name="connsiteY23" fmla="*/ 744087 h 1376612"/>
                <a:gd name="connsiteX24" fmla="*/ 130364 w 1033129"/>
                <a:gd name="connsiteY24" fmla="*/ 674880 h 1376612"/>
                <a:gd name="connsiteX25" fmla="*/ 139015 w 1033129"/>
                <a:gd name="connsiteY25" fmla="*/ 638696 h 1376612"/>
                <a:gd name="connsiteX26" fmla="*/ 151085 w 1033129"/>
                <a:gd name="connsiteY26" fmla="*/ 569421 h 1376612"/>
                <a:gd name="connsiteX27" fmla="*/ 171727 w 1033129"/>
                <a:gd name="connsiteY27" fmla="*/ 536750 h 1376612"/>
                <a:gd name="connsiteX28" fmla="*/ 184919 w 1033129"/>
                <a:gd name="connsiteY28" fmla="*/ 490706 h 1376612"/>
                <a:gd name="connsiteX29" fmla="*/ 216737 w 1033129"/>
                <a:gd name="connsiteY29" fmla="*/ 435150 h 1376612"/>
                <a:gd name="connsiteX30" fmla="*/ 241028 w 1033129"/>
                <a:gd name="connsiteY30" fmla="*/ 398619 h 1376612"/>
                <a:gd name="connsiteX31" fmla="*/ 299653 w 1033129"/>
                <a:gd name="connsiteY31" fmla="*/ 390172 h 1376612"/>
                <a:gd name="connsiteX32" fmla="*/ 421667 w 1033129"/>
                <a:gd name="connsiteY32" fmla="*/ 442045 h 1376612"/>
                <a:gd name="connsiteX0" fmla="*/ 421667 w 1033129"/>
                <a:gd name="connsiteY0" fmla="*/ 442045 h 1376612"/>
                <a:gd name="connsiteX1" fmla="*/ 506500 w 1033129"/>
                <a:gd name="connsiteY1" fmla="*/ 489604 h 1376612"/>
                <a:gd name="connsiteX2" fmla="*/ 895734 w 1033129"/>
                <a:gd name="connsiteY2" fmla="*/ 9865 h 1376612"/>
                <a:gd name="connsiteX3" fmla="*/ 1020050 w 1033129"/>
                <a:gd name="connsiteY3" fmla="*/ 197348 h 1376612"/>
                <a:gd name="connsiteX4" fmla="*/ 992125 w 1033129"/>
                <a:gd name="connsiteY4" fmla="*/ 571076 h 1376612"/>
                <a:gd name="connsiteX5" fmla="*/ 690022 w 1033129"/>
                <a:gd name="connsiteY5" fmla="*/ 564735 h 1376612"/>
                <a:gd name="connsiteX6" fmla="*/ 701665 w 1033129"/>
                <a:gd name="connsiteY6" fmla="*/ 690460 h 1376612"/>
                <a:gd name="connsiteX7" fmla="*/ 650984 w 1033129"/>
                <a:gd name="connsiteY7" fmla="*/ 920542 h 1376612"/>
                <a:gd name="connsiteX8" fmla="*/ 657031 w 1033129"/>
                <a:gd name="connsiteY8" fmla="*/ 989607 h 1376612"/>
                <a:gd name="connsiteX9" fmla="*/ 641036 w 1033129"/>
                <a:gd name="connsiteY9" fmla="*/ 1145247 h 1376612"/>
                <a:gd name="connsiteX10" fmla="*/ 597637 w 1033129"/>
                <a:gd name="connsiteY10" fmla="*/ 1287928 h 1376612"/>
                <a:gd name="connsiteX11" fmla="*/ 535154 w 1033129"/>
                <a:gd name="connsiteY11" fmla="*/ 1356995 h 1376612"/>
                <a:gd name="connsiteX12" fmla="*/ 437431 w 1033129"/>
                <a:gd name="connsiteY12" fmla="*/ 1371469 h 1376612"/>
                <a:gd name="connsiteX13" fmla="*/ 320773 w 1033129"/>
                <a:gd name="connsiteY13" fmla="*/ 1373950 h 1376612"/>
                <a:gd name="connsiteX14" fmla="*/ 185036 w 1033129"/>
                <a:gd name="connsiteY14" fmla="*/ 1365955 h 1376612"/>
                <a:gd name="connsiteX15" fmla="*/ 83052 w 1033129"/>
                <a:gd name="connsiteY15" fmla="*/ 1341002 h 1376612"/>
                <a:gd name="connsiteX16" fmla="*/ 36717 w 1033129"/>
                <a:gd name="connsiteY16" fmla="*/ 1253188 h 1376612"/>
                <a:gd name="connsiteX17" fmla="*/ 3594 w 1033129"/>
                <a:gd name="connsiteY17" fmla="*/ 1129809 h 1376612"/>
                <a:gd name="connsiteX18" fmla="*/ 2022 w 1033129"/>
                <a:gd name="connsiteY18" fmla="*/ 1022831 h 1376612"/>
                <a:gd name="connsiteX19" fmla="*/ 13654 w 1033129"/>
                <a:gd name="connsiteY19" fmla="*/ 922333 h 1376612"/>
                <a:gd name="connsiteX20" fmla="*/ 30725 w 1033129"/>
                <a:gd name="connsiteY20" fmla="*/ 848029 h 1376612"/>
                <a:gd name="connsiteX21" fmla="*/ 60758 w 1033129"/>
                <a:gd name="connsiteY21" fmla="*/ 796471 h 1376612"/>
                <a:gd name="connsiteX22" fmla="*/ 96453 w 1033129"/>
                <a:gd name="connsiteY22" fmla="*/ 754286 h 1376612"/>
                <a:gd name="connsiteX23" fmla="*/ 115310 w 1033129"/>
                <a:gd name="connsiteY23" fmla="*/ 744087 h 1376612"/>
                <a:gd name="connsiteX24" fmla="*/ 130364 w 1033129"/>
                <a:gd name="connsiteY24" fmla="*/ 674880 h 1376612"/>
                <a:gd name="connsiteX25" fmla="*/ 139015 w 1033129"/>
                <a:gd name="connsiteY25" fmla="*/ 638696 h 1376612"/>
                <a:gd name="connsiteX26" fmla="*/ 151085 w 1033129"/>
                <a:gd name="connsiteY26" fmla="*/ 569421 h 1376612"/>
                <a:gd name="connsiteX27" fmla="*/ 171727 w 1033129"/>
                <a:gd name="connsiteY27" fmla="*/ 536750 h 1376612"/>
                <a:gd name="connsiteX28" fmla="*/ 184919 w 1033129"/>
                <a:gd name="connsiteY28" fmla="*/ 490706 h 1376612"/>
                <a:gd name="connsiteX29" fmla="*/ 216737 w 1033129"/>
                <a:gd name="connsiteY29" fmla="*/ 435150 h 1376612"/>
                <a:gd name="connsiteX30" fmla="*/ 241028 w 1033129"/>
                <a:gd name="connsiteY30" fmla="*/ 398619 h 1376612"/>
                <a:gd name="connsiteX31" fmla="*/ 299653 w 1033129"/>
                <a:gd name="connsiteY31" fmla="*/ 390172 h 1376612"/>
                <a:gd name="connsiteX32" fmla="*/ 421667 w 1033129"/>
                <a:gd name="connsiteY32" fmla="*/ 442045 h 1376612"/>
                <a:gd name="connsiteX0" fmla="*/ 421667 w 1033129"/>
                <a:gd name="connsiteY0" fmla="*/ 419299 h 1376612"/>
                <a:gd name="connsiteX1" fmla="*/ 506500 w 1033129"/>
                <a:gd name="connsiteY1" fmla="*/ 489604 h 1376612"/>
                <a:gd name="connsiteX2" fmla="*/ 895734 w 1033129"/>
                <a:gd name="connsiteY2" fmla="*/ 9865 h 1376612"/>
                <a:gd name="connsiteX3" fmla="*/ 1020050 w 1033129"/>
                <a:gd name="connsiteY3" fmla="*/ 197348 h 1376612"/>
                <a:gd name="connsiteX4" fmla="*/ 992125 w 1033129"/>
                <a:gd name="connsiteY4" fmla="*/ 571076 h 1376612"/>
                <a:gd name="connsiteX5" fmla="*/ 690022 w 1033129"/>
                <a:gd name="connsiteY5" fmla="*/ 564735 h 1376612"/>
                <a:gd name="connsiteX6" fmla="*/ 701665 w 1033129"/>
                <a:gd name="connsiteY6" fmla="*/ 690460 h 1376612"/>
                <a:gd name="connsiteX7" fmla="*/ 650984 w 1033129"/>
                <a:gd name="connsiteY7" fmla="*/ 920542 h 1376612"/>
                <a:gd name="connsiteX8" fmla="*/ 657031 w 1033129"/>
                <a:gd name="connsiteY8" fmla="*/ 989607 h 1376612"/>
                <a:gd name="connsiteX9" fmla="*/ 641036 w 1033129"/>
                <a:gd name="connsiteY9" fmla="*/ 1145247 h 1376612"/>
                <a:gd name="connsiteX10" fmla="*/ 597637 w 1033129"/>
                <a:gd name="connsiteY10" fmla="*/ 1287928 h 1376612"/>
                <a:gd name="connsiteX11" fmla="*/ 535154 w 1033129"/>
                <a:gd name="connsiteY11" fmla="*/ 1356995 h 1376612"/>
                <a:gd name="connsiteX12" fmla="*/ 437431 w 1033129"/>
                <a:gd name="connsiteY12" fmla="*/ 1371469 h 1376612"/>
                <a:gd name="connsiteX13" fmla="*/ 320773 w 1033129"/>
                <a:gd name="connsiteY13" fmla="*/ 1373950 h 1376612"/>
                <a:gd name="connsiteX14" fmla="*/ 185036 w 1033129"/>
                <a:gd name="connsiteY14" fmla="*/ 1365955 h 1376612"/>
                <a:gd name="connsiteX15" fmla="*/ 83052 w 1033129"/>
                <a:gd name="connsiteY15" fmla="*/ 1341002 h 1376612"/>
                <a:gd name="connsiteX16" fmla="*/ 36717 w 1033129"/>
                <a:gd name="connsiteY16" fmla="*/ 1253188 h 1376612"/>
                <a:gd name="connsiteX17" fmla="*/ 3594 w 1033129"/>
                <a:gd name="connsiteY17" fmla="*/ 1129809 h 1376612"/>
                <a:gd name="connsiteX18" fmla="*/ 2022 w 1033129"/>
                <a:gd name="connsiteY18" fmla="*/ 1022831 h 1376612"/>
                <a:gd name="connsiteX19" fmla="*/ 13654 w 1033129"/>
                <a:gd name="connsiteY19" fmla="*/ 922333 h 1376612"/>
                <a:gd name="connsiteX20" fmla="*/ 30725 w 1033129"/>
                <a:gd name="connsiteY20" fmla="*/ 848029 h 1376612"/>
                <a:gd name="connsiteX21" fmla="*/ 60758 w 1033129"/>
                <a:gd name="connsiteY21" fmla="*/ 796471 h 1376612"/>
                <a:gd name="connsiteX22" fmla="*/ 96453 w 1033129"/>
                <a:gd name="connsiteY22" fmla="*/ 754286 h 1376612"/>
                <a:gd name="connsiteX23" fmla="*/ 115310 w 1033129"/>
                <a:gd name="connsiteY23" fmla="*/ 744087 h 1376612"/>
                <a:gd name="connsiteX24" fmla="*/ 130364 w 1033129"/>
                <a:gd name="connsiteY24" fmla="*/ 674880 h 1376612"/>
                <a:gd name="connsiteX25" fmla="*/ 139015 w 1033129"/>
                <a:gd name="connsiteY25" fmla="*/ 638696 h 1376612"/>
                <a:gd name="connsiteX26" fmla="*/ 151085 w 1033129"/>
                <a:gd name="connsiteY26" fmla="*/ 569421 h 1376612"/>
                <a:gd name="connsiteX27" fmla="*/ 171727 w 1033129"/>
                <a:gd name="connsiteY27" fmla="*/ 536750 h 1376612"/>
                <a:gd name="connsiteX28" fmla="*/ 184919 w 1033129"/>
                <a:gd name="connsiteY28" fmla="*/ 490706 h 1376612"/>
                <a:gd name="connsiteX29" fmla="*/ 216737 w 1033129"/>
                <a:gd name="connsiteY29" fmla="*/ 435150 h 1376612"/>
                <a:gd name="connsiteX30" fmla="*/ 241028 w 1033129"/>
                <a:gd name="connsiteY30" fmla="*/ 398619 h 1376612"/>
                <a:gd name="connsiteX31" fmla="*/ 299653 w 1033129"/>
                <a:gd name="connsiteY31" fmla="*/ 390172 h 1376612"/>
                <a:gd name="connsiteX32" fmla="*/ 421667 w 1033129"/>
                <a:gd name="connsiteY32" fmla="*/ 419299 h 1376612"/>
                <a:gd name="connsiteX0" fmla="*/ 421667 w 1033129"/>
                <a:gd name="connsiteY0" fmla="*/ 419299 h 1376612"/>
                <a:gd name="connsiteX1" fmla="*/ 506500 w 1033129"/>
                <a:gd name="connsiteY1" fmla="*/ 489604 h 1376612"/>
                <a:gd name="connsiteX2" fmla="*/ 895734 w 1033129"/>
                <a:gd name="connsiteY2" fmla="*/ 9865 h 1376612"/>
                <a:gd name="connsiteX3" fmla="*/ 1020050 w 1033129"/>
                <a:gd name="connsiteY3" fmla="*/ 197348 h 1376612"/>
                <a:gd name="connsiteX4" fmla="*/ 992125 w 1033129"/>
                <a:gd name="connsiteY4" fmla="*/ 571076 h 1376612"/>
                <a:gd name="connsiteX5" fmla="*/ 690022 w 1033129"/>
                <a:gd name="connsiteY5" fmla="*/ 564735 h 1376612"/>
                <a:gd name="connsiteX6" fmla="*/ 701665 w 1033129"/>
                <a:gd name="connsiteY6" fmla="*/ 690460 h 1376612"/>
                <a:gd name="connsiteX7" fmla="*/ 650984 w 1033129"/>
                <a:gd name="connsiteY7" fmla="*/ 920542 h 1376612"/>
                <a:gd name="connsiteX8" fmla="*/ 657031 w 1033129"/>
                <a:gd name="connsiteY8" fmla="*/ 989607 h 1376612"/>
                <a:gd name="connsiteX9" fmla="*/ 641036 w 1033129"/>
                <a:gd name="connsiteY9" fmla="*/ 1145247 h 1376612"/>
                <a:gd name="connsiteX10" fmla="*/ 597637 w 1033129"/>
                <a:gd name="connsiteY10" fmla="*/ 1287928 h 1376612"/>
                <a:gd name="connsiteX11" fmla="*/ 535154 w 1033129"/>
                <a:gd name="connsiteY11" fmla="*/ 1356995 h 1376612"/>
                <a:gd name="connsiteX12" fmla="*/ 437431 w 1033129"/>
                <a:gd name="connsiteY12" fmla="*/ 1371469 h 1376612"/>
                <a:gd name="connsiteX13" fmla="*/ 320773 w 1033129"/>
                <a:gd name="connsiteY13" fmla="*/ 1373950 h 1376612"/>
                <a:gd name="connsiteX14" fmla="*/ 185036 w 1033129"/>
                <a:gd name="connsiteY14" fmla="*/ 1365955 h 1376612"/>
                <a:gd name="connsiteX15" fmla="*/ 83052 w 1033129"/>
                <a:gd name="connsiteY15" fmla="*/ 1341002 h 1376612"/>
                <a:gd name="connsiteX16" fmla="*/ 36717 w 1033129"/>
                <a:gd name="connsiteY16" fmla="*/ 1253188 h 1376612"/>
                <a:gd name="connsiteX17" fmla="*/ 3594 w 1033129"/>
                <a:gd name="connsiteY17" fmla="*/ 1129809 h 1376612"/>
                <a:gd name="connsiteX18" fmla="*/ 2022 w 1033129"/>
                <a:gd name="connsiteY18" fmla="*/ 1022831 h 1376612"/>
                <a:gd name="connsiteX19" fmla="*/ 13654 w 1033129"/>
                <a:gd name="connsiteY19" fmla="*/ 922333 h 1376612"/>
                <a:gd name="connsiteX20" fmla="*/ 30725 w 1033129"/>
                <a:gd name="connsiteY20" fmla="*/ 848029 h 1376612"/>
                <a:gd name="connsiteX21" fmla="*/ 60758 w 1033129"/>
                <a:gd name="connsiteY21" fmla="*/ 796471 h 1376612"/>
                <a:gd name="connsiteX22" fmla="*/ 96453 w 1033129"/>
                <a:gd name="connsiteY22" fmla="*/ 754286 h 1376612"/>
                <a:gd name="connsiteX23" fmla="*/ 115310 w 1033129"/>
                <a:gd name="connsiteY23" fmla="*/ 744087 h 1376612"/>
                <a:gd name="connsiteX24" fmla="*/ 130364 w 1033129"/>
                <a:gd name="connsiteY24" fmla="*/ 674880 h 1376612"/>
                <a:gd name="connsiteX25" fmla="*/ 139015 w 1033129"/>
                <a:gd name="connsiteY25" fmla="*/ 638696 h 1376612"/>
                <a:gd name="connsiteX26" fmla="*/ 151085 w 1033129"/>
                <a:gd name="connsiteY26" fmla="*/ 569421 h 1376612"/>
                <a:gd name="connsiteX27" fmla="*/ 171727 w 1033129"/>
                <a:gd name="connsiteY27" fmla="*/ 536750 h 1376612"/>
                <a:gd name="connsiteX28" fmla="*/ 184919 w 1033129"/>
                <a:gd name="connsiteY28" fmla="*/ 490706 h 1376612"/>
                <a:gd name="connsiteX29" fmla="*/ 216737 w 1033129"/>
                <a:gd name="connsiteY29" fmla="*/ 435150 h 1376612"/>
                <a:gd name="connsiteX30" fmla="*/ 241028 w 1033129"/>
                <a:gd name="connsiteY30" fmla="*/ 398619 h 1376612"/>
                <a:gd name="connsiteX31" fmla="*/ 299653 w 1033129"/>
                <a:gd name="connsiteY31" fmla="*/ 390172 h 1376612"/>
                <a:gd name="connsiteX32" fmla="*/ 421667 w 1033129"/>
                <a:gd name="connsiteY32" fmla="*/ 419299 h 1376612"/>
                <a:gd name="connsiteX0" fmla="*/ 421667 w 1033129"/>
                <a:gd name="connsiteY0" fmla="*/ 419299 h 1376612"/>
                <a:gd name="connsiteX1" fmla="*/ 506500 w 1033129"/>
                <a:gd name="connsiteY1" fmla="*/ 489604 h 1376612"/>
                <a:gd name="connsiteX2" fmla="*/ 895734 w 1033129"/>
                <a:gd name="connsiteY2" fmla="*/ 9865 h 1376612"/>
                <a:gd name="connsiteX3" fmla="*/ 1020050 w 1033129"/>
                <a:gd name="connsiteY3" fmla="*/ 197348 h 1376612"/>
                <a:gd name="connsiteX4" fmla="*/ 992125 w 1033129"/>
                <a:gd name="connsiteY4" fmla="*/ 571076 h 1376612"/>
                <a:gd name="connsiteX5" fmla="*/ 690022 w 1033129"/>
                <a:gd name="connsiteY5" fmla="*/ 564735 h 1376612"/>
                <a:gd name="connsiteX6" fmla="*/ 701665 w 1033129"/>
                <a:gd name="connsiteY6" fmla="*/ 690460 h 1376612"/>
                <a:gd name="connsiteX7" fmla="*/ 650984 w 1033129"/>
                <a:gd name="connsiteY7" fmla="*/ 920542 h 1376612"/>
                <a:gd name="connsiteX8" fmla="*/ 657031 w 1033129"/>
                <a:gd name="connsiteY8" fmla="*/ 989607 h 1376612"/>
                <a:gd name="connsiteX9" fmla="*/ 641036 w 1033129"/>
                <a:gd name="connsiteY9" fmla="*/ 1145247 h 1376612"/>
                <a:gd name="connsiteX10" fmla="*/ 597637 w 1033129"/>
                <a:gd name="connsiteY10" fmla="*/ 1287928 h 1376612"/>
                <a:gd name="connsiteX11" fmla="*/ 535154 w 1033129"/>
                <a:gd name="connsiteY11" fmla="*/ 1356995 h 1376612"/>
                <a:gd name="connsiteX12" fmla="*/ 437431 w 1033129"/>
                <a:gd name="connsiteY12" fmla="*/ 1371469 h 1376612"/>
                <a:gd name="connsiteX13" fmla="*/ 320773 w 1033129"/>
                <a:gd name="connsiteY13" fmla="*/ 1373950 h 1376612"/>
                <a:gd name="connsiteX14" fmla="*/ 185036 w 1033129"/>
                <a:gd name="connsiteY14" fmla="*/ 1365955 h 1376612"/>
                <a:gd name="connsiteX15" fmla="*/ 83052 w 1033129"/>
                <a:gd name="connsiteY15" fmla="*/ 1341002 h 1376612"/>
                <a:gd name="connsiteX16" fmla="*/ 36717 w 1033129"/>
                <a:gd name="connsiteY16" fmla="*/ 1253188 h 1376612"/>
                <a:gd name="connsiteX17" fmla="*/ 3594 w 1033129"/>
                <a:gd name="connsiteY17" fmla="*/ 1129809 h 1376612"/>
                <a:gd name="connsiteX18" fmla="*/ 2022 w 1033129"/>
                <a:gd name="connsiteY18" fmla="*/ 1022831 h 1376612"/>
                <a:gd name="connsiteX19" fmla="*/ 13654 w 1033129"/>
                <a:gd name="connsiteY19" fmla="*/ 922333 h 1376612"/>
                <a:gd name="connsiteX20" fmla="*/ 30725 w 1033129"/>
                <a:gd name="connsiteY20" fmla="*/ 848029 h 1376612"/>
                <a:gd name="connsiteX21" fmla="*/ 60758 w 1033129"/>
                <a:gd name="connsiteY21" fmla="*/ 796471 h 1376612"/>
                <a:gd name="connsiteX22" fmla="*/ 96453 w 1033129"/>
                <a:gd name="connsiteY22" fmla="*/ 754286 h 1376612"/>
                <a:gd name="connsiteX23" fmla="*/ 115310 w 1033129"/>
                <a:gd name="connsiteY23" fmla="*/ 744087 h 1376612"/>
                <a:gd name="connsiteX24" fmla="*/ 130364 w 1033129"/>
                <a:gd name="connsiteY24" fmla="*/ 674880 h 1376612"/>
                <a:gd name="connsiteX25" fmla="*/ 139015 w 1033129"/>
                <a:gd name="connsiteY25" fmla="*/ 638696 h 1376612"/>
                <a:gd name="connsiteX26" fmla="*/ 151085 w 1033129"/>
                <a:gd name="connsiteY26" fmla="*/ 569421 h 1376612"/>
                <a:gd name="connsiteX27" fmla="*/ 171727 w 1033129"/>
                <a:gd name="connsiteY27" fmla="*/ 536750 h 1376612"/>
                <a:gd name="connsiteX28" fmla="*/ 184919 w 1033129"/>
                <a:gd name="connsiteY28" fmla="*/ 490706 h 1376612"/>
                <a:gd name="connsiteX29" fmla="*/ 216737 w 1033129"/>
                <a:gd name="connsiteY29" fmla="*/ 435150 h 1376612"/>
                <a:gd name="connsiteX30" fmla="*/ 241028 w 1033129"/>
                <a:gd name="connsiteY30" fmla="*/ 398619 h 1376612"/>
                <a:gd name="connsiteX31" fmla="*/ 299653 w 1033129"/>
                <a:gd name="connsiteY31" fmla="*/ 390172 h 1376612"/>
                <a:gd name="connsiteX32" fmla="*/ 421667 w 1033129"/>
                <a:gd name="connsiteY32" fmla="*/ 419299 h 1376612"/>
                <a:gd name="connsiteX0" fmla="*/ 421667 w 1033129"/>
                <a:gd name="connsiteY0" fmla="*/ 419299 h 1376612"/>
                <a:gd name="connsiteX1" fmla="*/ 506500 w 1033129"/>
                <a:gd name="connsiteY1" fmla="*/ 489604 h 1376612"/>
                <a:gd name="connsiteX2" fmla="*/ 895734 w 1033129"/>
                <a:gd name="connsiteY2" fmla="*/ 9865 h 1376612"/>
                <a:gd name="connsiteX3" fmla="*/ 1020050 w 1033129"/>
                <a:gd name="connsiteY3" fmla="*/ 197348 h 1376612"/>
                <a:gd name="connsiteX4" fmla="*/ 992125 w 1033129"/>
                <a:gd name="connsiteY4" fmla="*/ 571076 h 1376612"/>
                <a:gd name="connsiteX5" fmla="*/ 690022 w 1033129"/>
                <a:gd name="connsiteY5" fmla="*/ 564735 h 1376612"/>
                <a:gd name="connsiteX6" fmla="*/ 701665 w 1033129"/>
                <a:gd name="connsiteY6" fmla="*/ 690460 h 1376612"/>
                <a:gd name="connsiteX7" fmla="*/ 650984 w 1033129"/>
                <a:gd name="connsiteY7" fmla="*/ 920542 h 1376612"/>
                <a:gd name="connsiteX8" fmla="*/ 657031 w 1033129"/>
                <a:gd name="connsiteY8" fmla="*/ 989607 h 1376612"/>
                <a:gd name="connsiteX9" fmla="*/ 641036 w 1033129"/>
                <a:gd name="connsiteY9" fmla="*/ 1145247 h 1376612"/>
                <a:gd name="connsiteX10" fmla="*/ 597637 w 1033129"/>
                <a:gd name="connsiteY10" fmla="*/ 1287928 h 1376612"/>
                <a:gd name="connsiteX11" fmla="*/ 535154 w 1033129"/>
                <a:gd name="connsiteY11" fmla="*/ 1356995 h 1376612"/>
                <a:gd name="connsiteX12" fmla="*/ 437431 w 1033129"/>
                <a:gd name="connsiteY12" fmla="*/ 1371469 h 1376612"/>
                <a:gd name="connsiteX13" fmla="*/ 320773 w 1033129"/>
                <a:gd name="connsiteY13" fmla="*/ 1373950 h 1376612"/>
                <a:gd name="connsiteX14" fmla="*/ 185036 w 1033129"/>
                <a:gd name="connsiteY14" fmla="*/ 1365955 h 1376612"/>
                <a:gd name="connsiteX15" fmla="*/ 83052 w 1033129"/>
                <a:gd name="connsiteY15" fmla="*/ 1341002 h 1376612"/>
                <a:gd name="connsiteX16" fmla="*/ 36717 w 1033129"/>
                <a:gd name="connsiteY16" fmla="*/ 1253188 h 1376612"/>
                <a:gd name="connsiteX17" fmla="*/ 3594 w 1033129"/>
                <a:gd name="connsiteY17" fmla="*/ 1129809 h 1376612"/>
                <a:gd name="connsiteX18" fmla="*/ 2022 w 1033129"/>
                <a:gd name="connsiteY18" fmla="*/ 1022831 h 1376612"/>
                <a:gd name="connsiteX19" fmla="*/ 13654 w 1033129"/>
                <a:gd name="connsiteY19" fmla="*/ 922333 h 1376612"/>
                <a:gd name="connsiteX20" fmla="*/ 30725 w 1033129"/>
                <a:gd name="connsiteY20" fmla="*/ 848029 h 1376612"/>
                <a:gd name="connsiteX21" fmla="*/ 60758 w 1033129"/>
                <a:gd name="connsiteY21" fmla="*/ 796471 h 1376612"/>
                <a:gd name="connsiteX22" fmla="*/ 96453 w 1033129"/>
                <a:gd name="connsiteY22" fmla="*/ 754286 h 1376612"/>
                <a:gd name="connsiteX23" fmla="*/ 115310 w 1033129"/>
                <a:gd name="connsiteY23" fmla="*/ 744087 h 1376612"/>
                <a:gd name="connsiteX24" fmla="*/ 130364 w 1033129"/>
                <a:gd name="connsiteY24" fmla="*/ 674880 h 1376612"/>
                <a:gd name="connsiteX25" fmla="*/ 139015 w 1033129"/>
                <a:gd name="connsiteY25" fmla="*/ 638696 h 1376612"/>
                <a:gd name="connsiteX26" fmla="*/ 151085 w 1033129"/>
                <a:gd name="connsiteY26" fmla="*/ 569421 h 1376612"/>
                <a:gd name="connsiteX27" fmla="*/ 171727 w 1033129"/>
                <a:gd name="connsiteY27" fmla="*/ 536750 h 1376612"/>
                <a:gd name="connsiteX28" fmla="*/ 184919 w 1033129"/>
                <a:gd name="connsiteY28" fmla="*/ 490706 h 1376612"/>
                <a:gd name="connsiteX29" fmla="*/ 216737 w 1033129"/>
                <a:gd name="connsiteY29" fmla="*/ 435150 h 1376612"/>
                <a:gd name="connsiteX30" fmla="*/ 241028 w 1033129"/>
                <a:gd name="connsiteY30" fmla="*/ 398619 h 1376612"/>
                <a:gd name="connsiteX31" fmla="*/ 299653 w 1033129"/>
                <a:gd name="connsiteY31" fmla="*/ 390172 h 1376612"/>
                <a:gd name="connsiteX32" fmla="*/ 421667 w 1033129"/>
                <a:gd name="connsiteY32" fmla="*/ 419299 h 1376612"/>
                <a:gd name="connsiteX0" fmla="*/ 421667 w 1033129"/>
                <a:gd name="connsiteY0" fmla="*/ 420010 h 1377323"/>
                <a:gd name="connsiteX1" fmla="*/ 577280 w 1033129"/>
                <a:gd name="connsiteY1" fmla="*/ 503962 h 1377323"/>
                <a:gd name="connsiteX2" fmla="*/ 895734 w 1033129"/>
                <a:gd name="connsiteY2" fmla="*/ 10576 h 1377323"/>
                <a:gd name="connsiteX3" fmla="*/ 1020050 w 1033129"/>
                <a:gd name="connsiteY3" fmla="*/ 198059 h 1377323"/>
                <a:gd name="connsiteX4" fmla="*/ 992125 w 1033129"/>
                <a:gd name="connsiteY4" fmla="*/ 571787 h 1377323"/>
                <a:gd name="connsiteX5" fmla="*/ 690022 w 1033129"/>
                <a:gd name="connsiteY5" fmla="*/ 565446 h 1377323"/>
                <a:gd name="connsiteX6" fmla="*/ 701665 w 1033129"/>
                <a:gd name="connsiteY6" fmla="*/ 691171 h 1377323"/>
                <a:gd name="connsiteX7" fmla="*/ 650984 w 1033129"/>
                <a:gd name="connsiteY7" fmla="*/ 921253 h 1377323"/>
                <a:gd name="connsiteX8" fmla="*/ 657031 w 1033129"/>
                <a:gd name="connsiteY8" fmla="*/ 990318 h 1377323"/>
                <a:gd name="connsiteX9" fmla="*/ 641036 w 1033129"/>
                <a:gd name="connsiteY9" fmla="*/ 1145958 h 1377323"/>
                <a:gd name="connsiteX10" fmla="*/ 597637 w 1033129"/>
                <a:gd name="connsiteY10" fmla="*/ 1288639 h 1377323"/>
                <a:gd name="connsiteX11" fmla="*/ 535154 w 1033129"/>
                <a:gd name="connsiteY11" fmla="*/ 1357706 h 1377323"/>
                <a:gd name="connsiteX12" fmla="*/ 437431 w 1033129"/>
                <a:gd name="connsiteY12" fmla="*/ 1372180 h 1377323"/>
                <a:gd name="connsiteX13" fmla="*/ 320773 w 1033129"/>
                <a:gd name="connsiteY13" fmla="*/ 1374661 h 1377323"/>
                <a:gd name="connsiteX14" fmla="*/ 185036 w 1033129"/>
                <a:gd name="connsiteY14" fmla="*/ 1366666 h 1377323"/>
                <a:gd name="connsiteX15" fmla="*/ 83052 w 1033129"/>
                <a:gd name="connsiteY15" fmla="*/ 1341713 h 1377323"/>
                <a:gd name="connsiteX16" fmla="*/ 36717 w 1033129"/>
                <a:gd name="connsiteY16" fmla="*/ 1253899 h 1377323"/>
                <a:gd name="connsiteX17" fmla="*/ 3594 w 1033129"/>
                <a:gd name="connsiteY17" fmla="*/ 1130520 h 1377323"/>
                <a:gd name="connsiteX18" fmla="*/ 2022 w 1033129"/>
                <a:gd name="connsiteY18" fmla="*/ 1023542 h 1377323"/>
                <a:gd name="connsiteX19" fmla="*/ 13654 w 1033129"/>
                <a:gd name="connsiteY19" fmla="*/ 923044 h 1377323"/>
                <a:gd name="connsiteX20" fmla="*/ 30725 w 1033129"/>
                <a:gd name="connsiteY20" fmla="*/ 848740 h 1377323"/>
                <a:gd name="connsiteX21" fmla="*/ 60758 w 1033129"/>
                <a:gd name="connsiteY21" fmla="*/ 797182 h 1377323"/>
                <a:gd name="connsiteX22" fmla="*/ 96453 w 1033129"/>
                <a:gd name="connsiteY22" fmla="*/ 754997 h 1377323"/>
                <a:gd name="connsiteX23" fmla="*/ 115310 w 1033129"/>
                <a:gd name="connsiteY23" fmla="*/ 744798 h 1377323"/>
                <a:gd name="connsiteX24" fmla="*/ 130364 w 1033129"/>
                <a:gd name="connsiteY24" fmla="*/ 675591 h 1377323"/>
                <a:gd name="connsiteX25" fmla="*/ 139015 w 1033129"/>
                <a:gd name="connsiteY25" fmla="*/ 639407 h 1377323"/>
                <a:gd name="connsiteX26" fmla="*/ 151085 w 1033129"/>
                <a:gd name="connsiteY26" fmla="*/ 570132 h 1377323"/>
                <a:gd name="connsiteX27" fmla="*/ 171727 w 1033129"/>
                <a:gd name="connsiteY27" fmla="*/ 537461 h 1377323"/>
                <a:gd name="connsiteX28" fmla="*/ 184919 w 1033129"/>
                <a:gd name="connsiteY28" fmla="*/ 491417 h 1377323"/>
                <a:gd name="connsiteX29" fmla="*/ 216737 w 1033129"/>
                <a:gd name="connsiteY29" fmla="*/ 435861 h 1377323"/>
                <a:gd name="connsiteX30" fmla="*/ 241028 w 1033129"/>
                <a:gd name="connsiteY30" fmla="*/ 399330 h 1377323"/>
                <a:gd name="connsiteX31" fmla="*/ 299653 w 1033129"/>
                <a:gd name="connsiteY31" fmla="*/ 390883 h 1377323"/>
                <a:gd name="connsiteX32" fmla="*/ 421667 w 1033129"/>
                <a:gd name="connsiteY32" fmla="*/ 420010 h 1377323"/>
                <a:gd name="connsiteX0" fmla="*/ 421667 w 1033129"/>
                <a:gd name="connsiteY0" fmla="*/ 420010 h 1377323"/>
                <a:gd name="connsiteX1" fmla="*/ 577280 w 1033129"/>
                <a:gd name="connsiteY1" fmla="*/ 503962 h 1377323"/>
                <a:gd name="connsiteX2" fmla="*/ 895734 w 1033129"/>
                <a:gd name="connsiteY2" fmla="*/ 10576 h 1377323"/>
                <a:gd name="connsiteX3" fmla="*/ 1020050 w 1033129"/>
                <a:gd name="connsiteY3" fmla="*/ 198059 h 1377323"/>
                <a:gd name="connsiteX4" fmla="*/ 992125 w 1033129"/>
                <a:gd name="connsiteY4" fmla="*/ 571787 h 1377323"/>
                <a:gd name="connsiteX5" fmla="*/ 690022 w 1033129"/>
                <a:gd name="connsiteY5" fmla="*/ 565446 h 1377323"/>
                <a:gd name="connsiteX6" fmla="*/ 701665 w 1033129"/>
                <a:gd name="connsiteY6" fmla="*/ 691171 h 1377323"/>
                <a:gd name="connsiteX7" fmla="*/ 650984 w 1033129"/>
                <a:gd name="connsiteY7" fmla="*/ 921253 h 1377323"/>
                <a:gd name="connsiteX8" fmla="*/ 657031 w 1033129"/>
                <a:gd name="connsiteY8" fmla="*/ 990318 h 1377323"/>
                <a:gd name="connsiteX9" fmla="*/ 641036 w 1033129"/>
                <a:gd name="connsiteY9" fmla="*/ 1145958 h 1377323"/>
                <a:gd name="connsiteX10" fmla="*/ 597637 w 1033129"/>
                <a:gd name="connsiteY10" fmla="*/ 1288639 h 1377323"/>
                <a:gd name="connsiteX11" fmla="*/ 535154 w 1033129"/>
                <a:gd name="connsiteY11" fmla="*/ 1357706 h 1377323"/>
                <a:gd name="connsiteX12" fmla="*/ 437431 w 1033129"/>
                <a:gd name="connsiteY12" fmla="*/ 1372180 h 1377323"/>
                <a:gd name="connsiteX13" fmla="*/ 320773 w 1033129"/>
                <a:gd name="connsiteY13" fmla="*/ 1374661 h 1377323"/>
                <a:gd name="connsiteX14" fmla="*/ 185036 w 1033129"/>
                <a:gd name="connsiteY14" fmla="*/ 1366666 h 1377323"/>
                <a:gd name="connsiteX15" fmla="*/ 83052 w 1033129"/>
                <a:gd name="connsiteY15" fmla="*/ 1341713 h 1377323"/>
                <a:gd name="connsiteX16" fmla="*/ 36717 w 1033129"/>
                <a:gd name="connsiteY16" fmla="*/ 1253899 h 1377323"/>
                <a:gd name="connsiteX17" fmla="*/ 3594 w 1033129"/>
                <a:gd name="connsiteY17" fmla="*/ 1130520 h 1377323"/>
                <a:gd name="connsiteX18" fmla="*/ 2022 w 1033129"/>
                <a:gd name="connsiteY18" fmla="*/ 1023542 h 1377323"/>
                <a:gd name="connsiteX19" fmla="*/ 13654 w 1033129"/>
                <a:gd name="connsiteY19" fmla="*/ 923044 h 1377323"/>
                <a:gd name="connsiteX20" fmla="*/ 30725 w 1033129"/>
                <a:gd name="connsiteY20" fmla="*/ 848740 h 1377323"/>
                <a:gd name="connsiteX21" fmla="*/ 60758 w 1033129"/>
                <a:gd name="connsiteY21" fmla="*/ 797182 h 1377323"/>
                <a:gd name="connsiteX22" fmla="*/ 96453 w 1033129"/>
                <a:gd name="connsiteY22" fmla="*/ 754997 h 1377323"/>
                <a:gd name="connsiteX23" fmla="*/ 115310 w 1033129"/>
                <a:gd name="connsiteY23" fmla="*/ 744798 h 1377323"/>
                <a:gd name="connsiteX24" fmla="*/ 130364 w 1033129"/>
                <a:gd name="connsiteY24" fmla="*/ 675591 h 1377323"/>
                <a:gd name="connsiteX25" fmla="*/ 139015 w 1033129"/>
                <a:gd name="connsiteY25" fmla="*/ 639407 h 1377323"/>
                <a:gd name="connsiteX26" fmla="*/ 151085 w 1033129"/>
                <a:gd name="connsiteY26" fmla="*/ 570132 h 1377323"/>
                <a:gd name="connsiteX27" fmla="*/ 171727 w 1033129"/>
                <a:gd name="connsiteY27" fmla="*/ 537461 h 1377323"/>
                <a:gd name="connsiteX28" fmla="*/ 184919 w 1033129"/>
                <a:gd name="connsiteY28" fmla="*/ 491417 h 1377323"/>
                <a:gd name="connsiteX29" fmla="*/ 216737 w 1033129"/>
                <a:gd name="connsiteY29" fmla="*/ 435861 h 1377323"/>
                <a:gd name="connsiteX30" fmla="*/ 241028 w 1033129"/>
                <a:gd name="connsiteY30" fmla="*/ 399330 h 1377323"/>
                <a:gd name="connsiteX31" fmla="*/ 299653 w 1033129"/>
                <a:gd name="connsiteY31" fmla="*/ 390883 h 1377323"/>
                <a:gd name="connsiteX32" fmla="*/ 421667 w 1033129"/>
                <a:gd name="connsiteY32" fmla="*/ 420010 h 1377323"/>
                <a:gd name="connsiteX0" fmla="*/ 421667 w 1033129"/>
                <a:gd name="connsiteY0" fmla="*/ 420010 h 1377323"/>
                <a:gd name="connsiteX1" fmla="*/ 577280 w 1033129"/>
                <a:gd name="connsiteY1" fmla="*/ 503962 h 1377323"/>
                <a:gd name="connsiteX2" fmla="*/ 895734 w 1033129"/>
                <a:gd name="connsiteY2" fmla="*/ 10576 h 1377323"/>
                <a:gd name="connsiteX3" fmla="*/ 1020050 w 1033129"/>
                <a:gd name="connsiteY3" fmla="*/ 198059 h 1377323"/>
                <a:gd name="connsiteX4" fmla="*/ 992125 w 1033129"/>
                <a:gd name="connsiteY4" fmla="*/ 571787 h 1377323"/>
                <a:gd name="connsiteX5" fmla="*/ 690022 w 1033129"/>
                <a:gd name="connsiteY5" fmla="*/ 565446 h 1377323"/>
                <a:gd name="connsiteX6" fmla="*/ 701665 w 1033129"/>
                <a:gd name="connsiteY6" fmla="*/ 691171 h 1377323"/>
                <a:gd name="connsiteX7" fmla="*/ 650984 w 1033129"/>
                <a:gd name="connsiteY7" fmla="*/ 921253 h 1377323"/>
                <a:gd name="connsiteX8" fmla="*/ 655168 w 1033129"/>
                <a:gd name="connsiteY8" fmla="*/ 1026712 h 1377323"/>
                <a:gd name="connsiteX9" fmla="*/ 641036 w 1033129"/>
                <a:gd name="connsiteY9" fmla="*/ 1145958 h 1377323"/>
                <a:gd name="connsiteX10" fmla="*/ 597637 w 1033129"/>
                <a:gd name="connsiteY10" fmla="*/ 1288639 h 1377323"/>
                <a:gd name="connsiteX11" fmla="*/ 535154 w 1033129"/>
                <a:gd name="connsiteY11" fmla="*/ 1357706 h 1377323"/>
                <a:gd name="connsiteX12" fmla="*/ 437431 w 1033129"/>
                <a:gd name="connsiteY12" fmla="*/ 1372180 h 1377323"/>
                <a:gd name="connsiteX13" fmla="*/ 320773 w 1033129"/>
                <a:gd name="connsiteY13" fmla="*/ 1374661 h 1377323"/>
                <a:gd name="connsiteX14" fmla="*/ 185036 w 1033129"/>
                <a:gd name="connsiteY14" fmla="*/ 1366666 h 1377323"/>
                <a:gd name="connsiteX15" fmla="*/ 83052 w 1033129"/>
                <a:gd name="connsiteY15" fmla="*/ 1341713 h 1377323"/>
                <a:gd name="connsiteX16" fmla="*/ 36717 w 1033129"/>
                <a:gd name="connsiteY16" fmla="*/ 1253899 h 1377323"/>
                <a:gd name="connsiteX17" fmla="*/ 3594 w 1033129"/>
                <a:gd name="connsiteY17" fmla="*/ 1130520 h 1377323"/>
                <a:gd name="connsiteX18" fmla="*/ 2022 w 1033129"/>
                <a:gd name="connsiteY18" fmla="*/ 1023542 h 1377323"/>
                <a:gd name="connsiteX19" fmla="*/ 13654 w 1033129"/>
                <a:gd name="connsiteY19" fmla="*/ 923044 h 1377323"/>
                <a:gd name="connsiteX20" fmla="*/ 30725 w 1033129"/>
                <a:gd name="connsiteY20" fmla="*/ 848740 h 1377323"/>
                <a:gd name="connsiteX21" fmla="*/ 60758 w 1033129"/>
                <a:gd name="connsiteY21" fmla="*/ 797182 h 1377323"/>
                <a:gd name="connsiteX22" fmla="*/ 96453 w 1033129"/>
                <a:gd name="connsiteY22" fmla="*/ 754997 h 1377323"/>
                <a:gd name="connsiteX23" fmla="*/ 115310 w 1033129"/>
                <a:gd name="connsiteY23" fmla="*/ 744798 h 1377323"/>
                <a:gd name="connsiteX24" fmla="*/ 130364 w 1033129"/>
                <a:gd name="connsiteY24" fmla="*/ 675591 h 1377323"/>
                <a:gd name="connsiteX25" fmla="*/ 139015 w 1033129"/>
                <a:gd name="connsiteY25" fmla="*/ 639407 h 1377323"/>
                <a:gd name="connsiteX26" fmla="*/ 151085 w 1033129"/>
                <a:gd name="connsiteY26" fmla="*/ 570132 h 1377323"/>
                <a:gd name="connsiteX27" fmla="*/ 171727 w 1033129"/>
                <a:gd name="connsiteY27" fmla="*/ 537461 h 1377323"/>
                <a:gd name="connsiteX28" fmla="*/ 184919 w 1033129"/>
                <a:gd name="connsiteY28" fmla="*/ 491417 h 1377323"/>
                <a:gd name="connsiteX29" fmla="*/ 216737 w 1033129"/>
                <a:gd name="connsiteY29" fmla="*/ 435861 h 1377323"/>
                <a:gd name="connsiteX30" fmla="*/ 241028 w 1033129"/>
                <a:gd name="connsiteY30" fmla="*/ 399330 h 1377323"/>
                <a:gd name="connsiteX31" fmla="*/ 299653 w 1033129"/>
                <a:gd name="connsiteY31" fmla="*/ 390883 h 1377323"/>
                <a:gd name="connsiteX32" fmla="*/ 421667 w 1033129"/>
                <a:gd name="connsiteY32" fmla="*/ 420010 h 1377323"/>
                <a:gd name="connsiteX0" fmla="*/ 421667 w 1033129"/>
                <a:gd name="connsiteY0" fmla="*/ 420010 h 1377323"/>
                <a:gd name="connsiteX1" fmla="*/ 577280 w 1033129"/>
                <a:gd name="connsiteY1" fmla="*/ 503962 h 1377323"/>
                <a:gd name="connsiteX2" fmla="*/ 895734 w 1033129"/>
                <a:gd name="connsiteY2" fmla="*/ 10576 h 1377323"/>
                <a:gd name="connsiteX3" fmla="*/ 1020050 w 1033129"/>
                <a:gd name="connsiteY3" fmla="*/ 198059 h 1377323"/>
                <a:gd name="connsiteX4" fmla="*/ 992125 w 1033129"/>
                <a:gd name="connsiteY4" fmla="*/ 571787 h 1377323"/>
                <a:gd name="connsiteX5" fmla="*/ 690022 w 1033129"/>
                <a:gd name="connsiteY5" fmla="*/ 565446 h 1377323"/>
                <a:gd name="connsiteX6" fmla="*/ 589907 w 1033129"/>
                <a:gd name="connsiteY6" fmla="*/ 795804 h 1377323"/>
                <a:gd name="connsiteX7" fmla="*/ 650984 w 1033129"/>
                <a:gd name="connsiteY7" fmla="*/ 921253 h 1377323"/>
                <a:gd name="connsiteX8" fmla="*/ 655168 w 1033129"/>
                <a:gd name="connsiteY8" fmla="*/ 1026712 h 1377323"/>
                <a:gd name="connsiteX9" fmla="*/ 641036 w 1033129"/>
                <a:gd name="connsiteY9" fmla="*/ 1145958 h 1377323"/>
                <a:gd name="connsiteX10" fmla="*/ 597637 w 1033129"/>
                <a:gd name="connsiteY10" fmla="*/ 1288639 h 1377323"/>
                <a:gd name="connsiteX11" fmla="*/ 535154 w 1033129"/>
                <a:gd name="connsiteY11" fmla="*/ 1357706 h 1377323"/>
                <a:gd name="connsiteX12" fmla="*/ 437431 w 1033129"/>
                <a:gd name="connsiteY12" fmla="*/ 1372180 h 1377323"/>
                <a:gd name="connsiteX13" fmla="*/ 320773 w 1033129"/>
                <a:gd name="connsiteY13" fmla="*/ 1374661 h 1377323"/>
                <a:gd name="connsiteX14" fmla="*/ 185036 w 1033129"/>
                <a:gd name="connsiteY14" fmla="*/ 1366666 h 1377323"/>
                <a:gd name="connsiteX15" fmla="*/ 83052 w 1033129"/>
                <a:gd name="connsiteY15" fmla="*/ 1341713 h 1377323"/>
                <a:gd name="connsiteX16" fmla="*/ 36717 w 1033129"/>
                <a:gd name="connsiteY16" fmla="*/ 1253899 h 1377323"/>
                <a:gd name="connsiteX17" fmla="*/ 3594 w 1033129"/>
                <a:gd name="connsiteY17" fmla="*/ 1130520 h 1377323"/>
                <a:gd name="connsiteX18" fmla="*/ 2022 w 1033129"/>
                <a:gd name="connsiteY18" fmla="*/ 1023542 h 1377323"/>
                <a:gd name="connsiteX19" fmla="*/ 13654 w 1033129"/>
                <a:gd name="connsiteY19" fmla="*/ 923044 h 1377323"/>
                <a:gd name="connsiteX20" fmla="*/ 30725 w 1033129"/>
                <a:gd name="connsiteY20" fmla="*/ 848740 h 1377323"/>
                <a:gd name="connsiteX21" fmla="*/ 60758 w 1033129"/>
                <a:gd name="connsiteY21" fmla="*/ 797182 h 1377323"/>
                <a:gd name="connsiteX22" fmla="*/ 96453 w 1033129"/>
                <a:gd name="connsiteY22" fmla="*/ 754997 h 1377323"/>
                <a:gd name="connsiteX23" fmla="*/ 115310 w 1033129"/>
                <a:gd name="connsiteY23" fmla="*/ 744798 h 1377323"/>
                <a:gd name="connsiteX24" fmla="*/ 130364 w 1033129"/>
                <a:gd name="connsiteY24" fmla="*/ 675591 h 1377323"/>
                <a:gd name="connsiteX25" fmla="*/ 139015 w 1033129"/>
                <a:gd name="connsiteY25" fmla="*/ 639407 h 1377323"/>
                <a:gd name="connsiteX26" fmla="*/ 151085 w 1033129"/>
                <a:gd name="connsiteY26" fmla="*/ 570132 h 1377323"/>
                <a:gd name="connsiteX27" fmla="*/ 171727 w 1033129"/>
                <a:gd name="connsiteY27" fmla="*/ 537461 h 1377323"/>
                <a:gd name="connsiteX28" fmla="*/ 184919 w 1033129"/>
                <a:gd name="connsiteY28" fmla="*/ 491417 h 1377323"/>
                <a:gd name="connsiteX29" fmla="*/ 216737 w 1033129"/>
                <a:gd name="connsiteY29" fmla="*/ 435861 h 1377323"/>
                <a:gd name="connsiteX30" fmla="*/ 241028 w 1033129"/>
                <a:gd name="connsiteY30" fmla="*/ 399330 h 1377323"/>
                <a:gd name="connsiteX31" fmla="*/ 299653 w 1033129"/>
                <a:gd name="connsiteY31" fmla="*/ 390883 h 1377323"/>
                <a:gd name="connsiteX32" fmla="*/ 421667 w 1033129"/>
                <a:gd name="connsiteY32" fmla="*/ 420010 h 1377323"/>
                <a:gd name="connsiteX0" fmla="*/ 421667 w 1033129"/>
                <a:gd name="connsiteY0" fmla="*/ 420010 h 1377323"/>
                <a:gd name="connsiteX1" fmla="*/ 577280 w 1033129"/>
                <a:gd name="connsiteY1" fmla="*/ 503962 h 1377323"/>
                <a:gd name="connsiteX2" fmla="*/ 895734 w 1033129"/>
                <a:gd name="connsiteY2" fmla="*/ 10576 h 1377323"/>
                <a:gd name="connsiteX3" fmla="*/ 1020050 w 1033129"/>
                <a:gd name="connsiteY3" fmla="*/ 198059 h 1377323"/>
                <a:gd name="connsiteX4" fmla="*/ 992125 w 1033129"/>
                <a:gd name="connsiteY4" fmla="*/ 571787 h 1377323"/>
                <a:gd name="connsiteX5" fmla="*/ 690022 w 1033129"/>
                <a:gd name="connsiteY5" fmla="*/ 565446 h 1377323"/>
                <a:gd name="connsiteX6" fmla="*/ 617846 w 1033129"/>
                <a:gd name="connsiteY6" fmla="*/ 804902 h 1377323"/>
                <a:gd name="connsiteX7" fmla="*/ 650984 w 1033129"/>
                <a:gd name="connsiteY7" fmla="*/ 921253 h 1377323"/>
                <a:gd name="connsiteX8" fmla="*/ 655168 w 1033129"/>
                <a:gd name="connsiteY8" fmla="*/ 1026712 h 1377323"/>
                <a:gd name="connsiteX9" fmla="*/ 641036 w 1033129"/>
                <a:gd name="connsiteY9" fmla="*/ 1145958 h 1377323"/>
                <a:gd name="connsiteX10" fmla="*/ 597637 w 1033129"/>
                <a:gd name="connsiteY10" fmla="*/ 1288639 h 1377323"/>
                <a:gd name="connsiteX11" fmla="*/ 535154 w 1033129"/>
                <a:gd name="connsiteY11" fmla="*/ 1357706 h 1377323"/>
                <a:gd name="connsiteX12" fmla="*/ 437431 w 1033129"/>
                <a:gd name="connsiteY12" fmla="*/ 1372180 h 1377323"/>
                <a:gd name="connsiteX13" fmla="*/ 320773 w 1033129"/>
                <a:gd name="connsiteY13" fmla="*/ 1374661 h 1377323"/>
                <a:gd name="connsiteX14" fmla="*/ 185036 w 1033129"/>
                <a:gd name="connsiteY14" fmla="*/ 1366666 h 1377323"/>
                <a:gd name="connsiteX15" fmla="*/ 83052 w 1033129"/>
                <a:gd name="connsiteY15" fmla="*/ 1341713 h 1377323"/>
                <a:gd name="connsiteX16" fmla="*/ 36717 w 1033129"/>
                <a:gd name="connsiteY16" fmla="*/ 1253899 h 1377323"/>
                <a:gd name="connsiteX17" fmla="*/ 3594 w 1033129"/>
                <a:gd name="connsiteY17" fmla="*/ 1130520 h 1377323"/>
                <a:gd name="connsiteX18" fmla="*/ 2022 w 1033129"/>
                <a:gd name="connsiteY18" fmla="*/ 1023542 h 1377323"/>
                <a:gd name="connsiteX19" fmla="*/ 13654 w 1033129"/>
                <a:gd name="connsiteY19" fmla="*/ 923044 h 1377323"/>
                <a:gd name="connsiteX20" fmla="*/ 30725 w 1033129"/>
                <a:gd name="connsiteY20" fmla="*/ 848740 h 1377323"/>
                <a:gd name="connsiteX21" fmla="*/ 60758 w 1033129"/>
                <a:gd name="connsiteY21" fmla="*/ 797182 h 1377323"/>
                <a:gd name="connsiteX22" fmla="*/ 96453 w 1033129"/>
                <a:gd name="connsiteY22" fmla="*/ 754997 h 1377323"/>
                <a:gd name="connsiteX23" fmla="*/ 115310 w 1033129"/>
                <a:gd name="connsiteY23" fmla="*/ 744798 h 1377323"/>
                <a:gd name="connsiteX24" fmla="*/ 130364 w 1033129"/>
                <a:gd name="connsiteY24" fmla="*/ 675591 h 1377323"/>
                <a:gd name="connsiteX25" fmla="*/ 139015 w 1033129"/>
                <a:gd name="connsiteY25" fmla="*/ 639407 h 1377323"/>
                <a:gd name="connsiteX26" fmla="*/ 151085 w 1033129"/>
                <a:gd name="connsiteY26" fmla="*/ 570132 h 1377323"/>
                <a:gd name="connsiteX27" fmla="*/ 171727 w 1033129"/>
                <a:gd name="connsiteY27" fmla="*/ 537461 h 1377323"/>
                <a:gd name="connsiteX28" fmla="*/ 184919 w 1033129"/>
                <a:gd name="connsiteY28" fmla="*/ 491417 h 1377323"/>
                <a:gd name="connsiteX29" fmla="*/ 216737 w 1033129"/>
                <a:gd name="connsiteY29" fmla="*/ 435861 h 1377323"/>
                <a:gd name="connsiteX30" fmla="*/ 241028 w 1033129"/>
                <a:gd name="connsiteY30" fmla="*/ 399330 h 1377323"/>
                <a:gd name="connsiteX31" fmla="*/ 299653 w 1033129"/>
                <a:gd name="connsiteY31" fmla="*/ 390883 h 1377323"/>
                <a:gd name="connsiteX32" fmla="*/ 421667 w 1033129"/>
                <a:gd name="connsiteY32" fmla="*/ 420010 h 1377323"/>
                <a:gd name="connsiteX0" fmla="*/ 421667 w 1033129"/>
                <a:gd name="connsiteY0" fmla="*/ 420010 h 1377323"/>
                <a:gd name="connsiteX1" fmla="*/ 577280 w 1033129"/>
                <a:gd name="connsiteY1" fmla="*/ 503962 h 1377323"/>
                <a:gd name="connsiteX2" fmla="*/ 895734 w 1033129"/>
                <a:gd name="connsiteY2" fmla="*/ 10576 h 1377323"/>
                <a:gd name="connsiteX3" fmla="*/ 1020050 w 1033129"/>
                <a:gd name="connsiteY3" fmla="*/ 198059 h 1377323"/>
                <a:gd name="connsiteX4" fmla="*/ 992125 w 1033129"/>
                <a:gd name="connsiteY4" fmla="*/ 571787 h 1377323"/>
                <a:gd name="connsiteX5" fmla="*/ 690022 w 1033129"/>
                <a:gd name="connsiteY5" fmla="*/ 565446 h 1377323"/>
                <a:gd name="connsiteX6" fmla="*/ 617846 w 1033129"/>
                <a:gd name="connsiteY6" fmla="*/ 804902 h 1377323"/>
                <a:gd name="connsiteX7" fmla="*/ 650984 w 1033129"/>
                <a:gd name="connsiteY7" fmla="*/ 921253 h 1377323"/>
                <a:gd name="connsiteX8" fmla="*/ 655168 w 1033129"/>
                <a:gd name="connsiteY8" fmla="*/ 1026712 h 1377323"/>
                <a:gd name="connsiteX9" fmla="*/ 641036 w 1033129"/>
                <a:gd name="connsiteY9" fmla="*/ 1145958 h 1377323"/>
                <a:gd name="connsiteX10" fmla="*/ 597637 w 1033129"/>
                <a:gd name="connsiteY10" fmla="*/ 1288639 h 1377323"/>
                <a:gd name="connsiteX11" fmla="*/ 535154 w 1033129"/>
                <a:gd name="connsiteY11" fmla="*/ 1357706 h 1377323"/>
                <a:gd name="connsiteX12" fmla="*/ 437431 w 1033129"/>
                <a:gd name="connsiteY12" fmla="*/ 1372180 h 1377323"/>
                <a:gd name="connsiteX13" fmla="*/ 320773 w 1033129"/>
                <a:gd name="connsiteY13" fmla="*/ 1374661 h 1377323"/>
                <a:gd name="connsiteX14" fmla="*/ 185036 w 1033129"/>
                <a:gd name="connsiteY14" fmla="*/ 1366666 h 1377323"/>
                <a:gd name="connsiteX15" fmla="*/ 83052 w 1033129"/>
                <a:gd name="connsiteY15" fmla="*/ 1341713 h 1377323"/>
                <a:gd name="connsiteX16" fmla="*/ 36717 w 1033129"/>
                <a:gd name="connsiteY16" fmla="*/ 1253899 h 1377323"/>
                <a:gd name="connsiteX17" fmla="*/ 3594 w 1033129"/>
                <a:gd name="connsiteY17" fmla="*/ 1130520 h 1377323"/>
                <a:gd name="connsiteX18" fmla="*/ 2022 w 1033129"/>
                <a:gd name="connsiteY18" fmla="*/ 1023542 h 1377323"/>
                <a:gd name="connsiteX19" fmla="*/ 13654 w 1033129"/>
                <a:gd name="connsiteY19" fmla="*/ 923044 h 1377323"/>
                <a:gd name="connsiteX20" fmla="*/ 30725 w 1033129"/>
                <a:gd name="connsiteY20" fmla="*/ 848740 h 1377323"/>
                <a:gd name="connsiteX21" fmla="*/ 60758 w 1033129"/>
                <a:gd name="connsiteY21" fmla="*/ 797182 h 1377323"/>
                <a:gd name="connsiteX22" fmla="*/ 96453 w 1033129"/>
                <a:gd name="connsiteY22" fmla="*/ 754997 h 1377323"/>
                <a:gd name="connsiteX23" fmla="*/ 115310 w 1033129"/>
                <a:gd name="connsiteY23" fmla="*/ 744798 h 1377323"/>
                <a:gd name="connsiteX24" fmla="*/ 130364 w 1033129"/>
                <a:gd name="connsiteY24" fmla="*/ 675591 h 1377323"/>
                <a:gd name="connsiteX25" fmla="*/ 139015 w 1033129"/>
                <a:gd name="connsiteY25" fmla="*/ 639407 h 1377323"/>
                <a:gd name="connsiteX26" fmla="*/ 151085 w 1033129"/>
                <a:gd name="connsiteY26" fmla="*/ 570132 h 1377323"/>
                <a:gd name="connsiteX27" fmla="*/ 171727 w 1033129"/>
                <a:gd name="connsiteY27" fmla="*/ 537461 h 1377323"/>
                <a:gd name="connsiteX28" fmla="*/ 184919 w 1033129"/>
                <a:gd name="connsiteY28" fmla="*/ 491417 h 1377323"/>
                <a:gd name="connsiteX29" fmla="*/ 216737 w 1033129"/>
                <a:gd name="connsiteY29" fmla="*/ 435861 h 1377323"/>
                <a:gd name="connsiteX30" fmla="*/ 241028 w 1033129"/>
                <a:gd name="connsiteY30" fmla="*/ 399330 h 1377323"/>
                <a:gd name="connsiteX31" fmla="*/ 299653 w 1033129"/>
                <a:gd name="connsiteY31" fmla="*/ 390883 h 1377323"/>
                <a:gd name="connsiteX32" fmla="*/ 421667 w 1033129"/>
                <a:gd name="connsiteY32" fmla="*/ 420010 h 1377323"/>
                <a:gd name="connsiteX0" fmla="*/ 421667 w 1038215"/>
                <a:gd name="connsiteY0" fmla="*/ 420010 h 1377323"/>
                <a:gd name="connsiteX1" fmla="*/ 577280 w 1038215"/>
                <a:gd name="connsiteY1" fmla="*/ 503962 h 1377323"/>
                <a:gd name="connsiteX2" fmla="*/ 895734 w 1038215"/>
                <a:gd name="connsiteY2" fmla="*/ 10576 h 1377323"/>
                <a:gd name="connsiteX3" fmla="*/ 1020050 w 1038215"/>
                <a:gd name="connsiteY3" fmla="*/ 198059 h 1377323"/>
                <a:gd name="connsiteX4" fmla="*/ 992125 w 1038215"/>
                <a:gd name="connsiteY4" fmla="*/ 571787 h 1377323"/>
                <a:gd name="connsiteX5" fmla="*/ 602479 w 1038215"/>
                <a:gd name="connsiteY5" fmla="*/ 724670 h 1377323"/>
                <a:gd name="connsiteX6" fmla="*/ 617846 w 1038215"/>
                <a:gd name="connsiteY6" fmla="*/ 804902 h 1377323"/>
                <a:gd name="connsiteX7" fmla="*/ 650984 w 1038215"/>
                <a:gd name="connsiteY7" fmla="*/ 921253 h 1377323"/>
                <a:gd name="connsiteX8" fmla="*/ 655168 w 1038215"/>
                <a:gd name="connsiteY8" fmla="*/ 1026712 h 1377323"/>
                <a:gd name="connsiteX9" fmla="*/ 641036 w 1038215"/>
                <a:gd name="connsiteY9" fmla="*/ 1145958 h 1377323"/>
                <a:gd name="connsiteX10" fmla="*/ 597637 w 1038215"/>
                <a:gd name="connsiteY10" fmla="*/ 1288639 h 1377323"/>
                <a:gd name="connsiteX11" fmla="*/ 535154 w 1038215"/>
                <a:gd name="connsiteY11" fmla="*/ 1357706 h 1377323"/>
                <a:gd name="connsiteX12" fmla="*/ 437431 w 1038215"/>
                <a:gd name="connsiteY12" fmla="*/ 1372180 h 1377323"/>
                <a:gd name="connsiteX13" fmla="*/ 320773 w 1038215"/>
                <a:gd name="connsiteY13" fmla="*/ 1374661 h 1377323"/>
                <a:gd name="connsiteX14" fmla="*/ 185036 w 1038215"/>
                <a:gd name="connsiteY14" fmla="*/ 1366666 h 1377323"/>
                <a:gd name="connsiteX15" fmla="*/ 83052 w 1038215"/>
                <a:gd name="connsiteY15" fmla="*/ 1341713 h 1377323"/>
                <a:gd name="connsiteX16" fmla="*/ 36717 w 1038215"/>
                <a:gd name="connsiteY16" fmla="*/ 1253899 h 1377323"/>
                <a:gd name="connsiteX17" fmla="*/ 3594 w 1038215"/>
                <a:gd name="connsiteY17" fmla="*/ 1130520 h 1377323"/>
                <a:gd name="connsiteX18" fmla="*/ 2022 w 1038215"/>
                <a:gd name="connsiteY18" fmla="*/ 1023542 h 1377323"/>
                <a:gd name="connsiteX19" fmla="*/ 13654 w 1038215"/>
                <a:gd name="connsiteY19" fmla="*/ 923044 h 1377323"/>
                <a:gd name="connsiteX20" fmla="*/ 30725 w 1038215"/>
                <a:gd name="connsiteY20" fmla="*/ 848740 h 1377323"/>
                <a:gd name="connsiteX21" fmla="*/ 60758 w 1038215"/>
                <a:gd name="connsiteY21" fmla="*/ 797182 h 1377323"/>
                <a:gd name="connsiteX22" fmla="*/ 96453 w 1038215"/>
                <a:gd name="connsiteY22" fmla="*/ 754997 h 1377323"/>
                <a:gd name="connsiteX23" fmla="*/ 115310 w 1038215"/>
                <a:gd name="connsiteY23" fmla="*/ 744798 h 1377323"/>
                <a:gd name="connsiteX24" fmla="*/ 130364 w 1038215"/>
                <a:gd name="connsiteY24" fmla="*/ 675591 h 1377323"/>
                <a:gd name="connsiteX25" fmla="*/ 139015 w 1038215"/>
                <a:gd name="connsiteY25" fmla="*/ 639407 h 1377323"/>
                <a:gd name="connsiteX26" fmla="*/ 151085 w 1038215"/>
                <a:gd name="connsiteY26" fmla="*/ 570132 h 1377323"/>
                <a:gd name="connsiteX27" fmla="*/ 171727 w 1038215"/>
                <a:gd name="connsiteY27" fmla="*/ 537461 h 1377323"/>
                <a:gd name="connsiteX28" fmla="*/ 184919 w 1038215"/>
                <a:gd name="connsiteY28" fmla="*/ 491417 h 1377323"/>
                <a:gd name="connsiteX29" fmla="*/ 216737 w 1038215"/>
                <a:gd name="connsiteY29" fmla="*/ 435861 h 1377323"/>
                <a:gd name="connsiteX30" fmla="*/ 241028 w 1038215"/>
                <a:gd name="connsiteY30" fmla="*/ 399330 h 1377323"/>
                <a:gd name="connsiteX31" fmla="*/ 299653 w 1038215"/>
                <a:gd name="connsiteY31" fmla="*/ 390883 h 1377323"/>
                <a:gd name="connsiteX32" fmla="*/ 421667 w 1038215"/>
                <a:gd name="connsiteY32" fmla="*/ 420010 h 1377323"/>
                <a:gd name="connsiteX0" fmla="*/ 421667 w 1038215"/>
                <a:gd name="connsiteY0" fmla="*/ 420010 h 1377323"/>
                <a:gd name="connsiteX1" fmla="*/ 577280 w 1038215"/>
                <a:gd name="connsiteY1" fmla="*/ 503962 h 1377323"/>
                <a:gd name="connsiteX2" fmla="*/ 895734 w 1038215"/>
                <a:gd name="connsiteY2" fmla="*/ 10576 h 1377323"/>
                <a:gd name="connsiteX3" fmla="*/ 1020050 w 1038215"/>
                <a:gd name="connsiteY3" fmla="*/ 198059 h 1377323"/>
                <a:gd name="connsiteX4" fmla="*/ 992125 w 1038215"/>
                <a:gd name="connsiteY4" fmla="*/ 571787 h 1377323"/>
                <a:gd name="connsiteX5" fmla="*/ 602479 w 1038215"/>
                <a:gd name="connsiteY5" fmla="*/ 724670 h 1377323"/>
                <a:gd name="connsiteX6" fmla="*/ 617846 w 1038215"/>
                <a:gd name="connsiteY6" fmla="*/ 804902 h 1377323"/>
                <a:gd name="connsiteX7" fmla="*/ 650984 w 1038215"/>
                <a:gd name="connsiteY7" fmla="*/ 921253 h 1377323"/>
                <a:gd name="connsiteX8" fmla="*/ 655168 w 1038215"/>
                <a:gd name="connsiteY8" fmla="*/ 1026712 h 1377323"/>
                <a:gd name="connsiteX9" fmla="*/ 641036 w 1038215"/>
                <a:gd name="connsiteY9" fmla="*/ 1145958 h 1377323"/>
                <a:gd name="connsiteX10" fmla="*/ 597637 w 1038215"/>
                <a:gd name="connsiteY10" fmla="*/ 1288639 h 1377323"/>
                <a:gd name="connsiteX11" fmla="*/ 535154 w 1038215"/>
                <a:gd name="connsiteY11" fmla="*/ 1357706 h 1377323"/>
                <a:gd name="connsiteX12" fmla="*/ 437431 w 1038215"/>
                <a:gd name="connsiteY12" fmla="*/ 1372180 h 1377323"/>
                <a:gd name="connsiteX13" fmla="*/ 320773 w 1038215"/>
                <a:gd name="connsiteY13" fmla="*/ 1374661 h 1377323"/>
                <a:gd name="connsiteX14" fmla="*/ 185036 w 1038215"/>
                <a:gd name="connsiteY14" fmla="*/ 1366666 h 1377323"/>
                <a:gd name="connsiteX15" fmla="*/ 83052 w 1038215"/>
                <a:gd name="connsiteY15" fmla="*/ 1341713 h 1377323"/>
                <a:gd name="connsiteX16" fmla="*/ 36717 w 1038215"/>
                <a:gd name="connsiteY16" fmla="*/ 1253899 h 1377323"/>
                <a:gd name="connsiteX17" fmla="*/ 3594 w 1038215"/>
                <a:gd name="connsiteY17" fmla="*/ 1130520 h 1377323"/>
                <a:gd name="connsiteX18" fmla="*/ 2022 w 1038215"/>
                <a:gd name="connsiteY18" fmla="*/ 1023542 h 1377323"/>
                <a:gd name="connsiteX19" fmla="*/ 13654 w 1038215"/>
                <a:gd name="connsiteY19" fmla="*/ 923044 h 1377323"/>
                <a:gd name="connsiteX20" fmla="*/ 30725 w 1038215"/>
                <a:gd name="connsiteY20" fmla="*/ 848740 h 1377323"/>
                <a:gd name="connsiteX21" fmla="*/ 60758 w 1038215"/>
                <a:gd name="connsiteY21" fmla="*/ 797182 h 1377323"/>
                <a:gd name="connsiteX22" fmla="*/ 96453 w 1038215"/>
                <a:gd name="connsiteY22" fmla="*/ 754997 h 1377323"/>
                <a:gd name="connsiteX23" fmla="*/ 115310 w 1038215"/>
                <a:gd name="connsiteY23" fmla="*/ 744798 h 1377323"/>
                <a:gd name="connsiteX24" fmla="*/ 130364 w 1038215"/>
                <a:gd name="connsiteY24" fmla="*/ 675591 h 1377323"/>
                <a:gd name="connsiteX25" fmla="*/ 139015 w 1038215"/>
                <a:gd name="connsiteY25" fmla="*/ 639407 h 1377323"/>
                <a:gd name="connsiteX26" fmla="*/ 151085 w 1038215"/>
                <a:gd name="connsiteY26" fmla="*/ 570132 h 1377323"/>
                <a:gd name="connsiteX27" fmla="*/ 171727 w 1038215"/>
                <a:gd name="connsiteY27" fmla="*/ 537461 h 1377323"/>
                <a:gd name="connsiteX28" fmla="*/ 184919 w 1038215"/>
                <a:gd name="connsiteY28" fmla="*/ 491417 h 1377323"/>
                <a:gd name="connsiteX29" fmla="*/ 216737 w 1038215"/>
                <a:gd name="connsiteY29" fmla="*/ 435861 h 1377323"/>
                <a:gd name="connsiteX30" fmla="*/ 241028 w 1038215"/>
                <a:gd name="connsiteY30" fmla="*/ 399330 h 1377323"/>
                <a:gd name="connsiteX31" fmla="*/ 299653 w 1038215"/>
                <a:gd name="connsiteY31" fmla="*/ 390883 h 1377323"/>
                <a:gd name="connsiteX32" fmla="*/ 421667 w 1038215"/>
                <a:gd name="connsiteY32" fmla="*/ 420010 h 1377323"/>
                <a:gd name="connsiteX0" fmla="*/ 421667 w 1033835"/>
                <a:gd name="connsiteY0" fmla="*/ 420684 h 1377997"/>
                <a:gd name="connsiteX1" fmla="*/ 577280 w 1033835"/>
                <a:gd name="connsiteY1" fmla="*/ 504636 h 1377997"/>
                <a:gd name="connsiteX2" fmla="*/ 895734 w 1033835"/>
                <a:gd name="connsiteY2" fmla="*/ 11250 h 1377997"/>
                <a:gd name="connsiteX3" fmla="*/ 1020050 w 1033835"/>
                <a:gd name="connsiteY3" fmla="*/ 198733 h 1377997"/>
                <a:gd name="connsiteX4" fmla="*/ 589798 w 1033835"/>
                <a:gd name="connsiteY4" fmla="*/ 645249 h 1377997"/>
                <a:gd name="connsiteX5" fmla="*/ 602479 w 1033835"/>
                <a:gd name="connsiteY5" fmla="*/ 725344 h 1377997"/>
                <a:gd name="connsiteX6" fmla="*/ 617846 w 1033835"/>
                <a:gd name="connsiteY6" fmla="*/ 805576 h 1377997"/>
                <a:gd name="connsiteX7" fmla="*/ 650984 w 1033835"/>
                <a:gd name="connsiteY7" fmla="*/ 921927 h 1377997"/>
                <a:gd name="connsiteX8" fmla="*/ 655168 w 1033835"/>
                <a:gd name="connsiteY8" fmla="*/ 1027386 h 1377997"/>
                <a:gd name="connsiteX9" fmla="*/ 641036 w 1033835"/>
                <a:gd name="connsiteY9" fmla="*/ 1146632 h 1377997"/>
                <a:gd name="connsiteX10" fmla="*/ 597637 w 1033835"/>
                <a:gd name="connsiteY10" fmla="*/ 1289313 h 1377997"/>
                <a:gd name="connsiteX11" fmla="*/ 535154 w 1033835"/>
                <a:gd name="connsiteY11" fmla="*/ 1358380 h 1377997"/>
                <a:gd name="connsiteX12" fmla="*/ 437431 w 1033835"/>
                <a:gd name="connsiteY12" fmla="*/ 1372854 h 1377997"/>
                <a:gd name="connsiteX13" fmla="*/ 320773 w 1033835"/>
                <a:gd name="connsiteY13" fmla="*/ 1375335 h 1377997"/>
                <a:gd name="connsiteX14" fmla="*/ 185036 w 1033835"/>
                <a:gd name="connsiteY14" fmla="*/ 1367340 h 1377997"/>
                <a:gd name="connsiteX15" fmla="*/ 83052 w 1033835"/>
                <a:gd name="connsiteY15" fmla="*/ 1342387 h 1377997"/>
                <a:gd name="connsiteX16" fmla="*/ 36717 w 1033835"/>
                <a:gd name="connsiteY16" fmla="*/ 1254573 h 1377997"/>
                <a:gd name="connsiteX17" fmla="*/ 3594 w 1033835"/>
                <a:gd name="connsiteY17" fmla="*/ 1131194 h 1377997"/>
                <a:gd name="connsiteX18" fmla="*/ 2022 w 1033835"/>
                <a:gd name="connsiteY18" fmla="*/ 1024216 h 1377997"/>
                <a:gd name="connsiteX19" fmla="*/ 13654 w 1033835"/>
                <a:gd name="connsiteY19" fmla="*/ 923718 h 1377997"/>
                <a:gd name="connsiteX20" fmla="*/ 30725 w 1033835"/>
                <a:gd name="connsiteY20" fmla="*/ 849414 h 1377997"/>
                <a:gd name="connsiteX21" fmla="*/ 60758 w 1033835"/>
                <a:gd name="connsiteY21" fmla="*/ 797856 h 1377997"/>
                <a:gd name="connsiteX22" fmla="*/ 96453 w 1033835"/>
                <a:gd name="connsiteY22" fmla="*/ 755671 h 1377997"/>
                <a:gd name="connsiteX23" fmla="*/ 115310 w 1033835"/>
                <a:gd name="connsiteY23" fmla="*/ 745472 h 1377997"/>
                <a:gd name="connsiteX24" fmla="*/ 130364 w 1033835"/>
                <a:gd name="connsiteY24" fmla="*/ 676265 h 1377997"/>
                <a:gd name="connsiteX25" fmla="*/ 139015 w 1033835"/>
                <a:gd name="connsiteY25" fmla="*/ 640081 h 1377997"/>
                <a:gd name="connsiteX26" fmla="*/ 151085 w 1033835"/>
                <a:gd name="connsiteY26" fmla="*/ 570806 h 1377997"/>
                <a:gd name="connsiteX27" fmla="*/ 171727 w 1033835"/>
                <a:gd name="connsiteY27" fmla="*/ 538135 h 1377997"/>
                <a:gd name="connsiteX28" fmla="*/ 184919 w 1033835"/>
                <a:gd name="connsiteY28" fmla="*/ 492091 h 1377997"/>
                <a:gd name="connsiteX29" fmla="*/ 216737 w 1033835"/>
                <a:gd name="connsiteY29" fmla="*/ 436535 h 1377997"/>
                <a:gd name="connsiteX30" fmla="*/ 241028 w 1033835"/>
                <a:gd name="connsiteY30" fmla="*/ 400004 h 1377997"/>
                <a:gd name="connsiteX31" fmla="*/ 299653 w 1033835"/>
                <a:gd name="connsiteY31" fmla="*/ 391557 h 1377997"/>
                <a:gd name="connsiteX32" fmla="*/ 421667 w 1033835"/>
                <a:gd name="connsiteY32" fmla="*/ 420684 h 1377997"/>
                <a:gd name="connsiteX0" fmla="*/ 421667 w 1033835"/>
                <a:gd name="connsiteY0" fmla="*/ 420684 h 1377997"/>
                <a:gd name="connsiteX1" fmla="*/ 577280 w 1033835"/>
                <a:gd name="connsiteY1" fmla="*/ 504636 h 1377997"/>
                <a:gd name="connsiteX2" fmla="*/ 895734 w 1033835"/>
                <a:gd name="connsiteY2" fmla="*/ 11250 h 1377997"/>
                <a:gd name="connsiteX3" fmla="*/ 1020050 w 1033835"/>
                <a:gd name="connsiteY3" fmla="*/ 198733 h 1377997"/>
                <a:gd name="connsiteX4" fmla="*/ 589798 w 1033835"/>
                <a:gd name="connsiteY4" fmla="*/ 645249 h 1377997"/>
                <a:gd name="connsiteX5" fmla="*/ 602479 w 1033835"/>
                <a:gd name="connsiteY5" fmla="*/ 725344 h 1377997"/>
                <a:gd name="connsiteX6" fmla="*/ 617846 w 1033835"/>
                <a:gd name="connsiteY6" fmla="*/ 805576 h 1377997"/>
                <a:gd name="connsiteX7" fmla="*/ 650984 w 1033835"/>
                <a:gd name="connsiteY7" fmla="*/ 921927 h 1377997"/>
                <a:gd name="connsiteX8" fmla="*/ 655168 w 1033835"/>
                <a:gd name="connsiteY8" fmla="*/ 1027386 h 1377997"/>
                <a:gd name="connsiteX9" fmla="*/ 641036 w 1033835"/>
                <a:gd name="connsiteY9" fmla="*/ 1146632 h 1377997"/>
                <a:gd name="connsiteX10" fmla="*/ 597637 w 1033835"/>
                <a:gd name="connsiteY10" fmla="*/ 1289313 h 1377997"/>
                <a:gd name="connsiteX11" fmla="*/ 535154 w 1033835"/>
                <a:gd name="connsiteY11" fmla="*/ 1358380 h 1377997"/>
                <a:gd name="connsiteX12" fmla="*/ 437431 w 1033835"/>
                <a:gd name="connsiteY12" fmla="*/ 1372854 h 1377997"/>
                <a:gd name="connsiteX13" fmla="*/ 320773 w 1033835"/>
                <a:gd name="connsiteY13" fmla="*/ 1375335 h 1377997"/>
                <a:gd name="connsiteX14" fmla="*/ 185036 w 1033835"/>
                <a:gd name="connsiteY14" fmla="*/ 1367340 h 1377997"/>
                <a:gd name="connsiteX15" fmla="*/ 83052 w 1033835"/>
                <a:gd name="connsiteY15" fmla="*/ 1342387 h 1377997"/>
                <a:gd name="connsiteX16" fmla="*/ 36717 w 1033835"/>
                <a:gd name="connsiteY16" fmla="*/ 1254573 h 1377997"/>
                <a:gd name="connsiteX17" fmla="*/ 3594 w 1033835"/>
                <a:gd name="connsiteY17" fmla="*/ 1131194 h 1377997"/>
                <a:gd name="connsiteX18" fmla="*/ 2022 w 1033835"/>
                <a:gd name="connsiteY18" fmla="*/ 1024216 h 1377997"/>
                <a:gd name="connsiteX19" fmla="*/ 13654 w 1033835"/>
                <a:gd name="connsiteY19" fmla="*/ 923718 h 1377997"/>
                <a:gd name="connsiteX20" fmla="*/ 30725 w 1033835"/>
                <a:gd name="connsiteY20" fmla="*/ 849414 h 1377997"/>
                <a:gd name="connsiteX21" fmla="*/ 60758 w 1033835"/>
                <a:gd name="connsiteY21" fmla="*/ 797856 h 1377997"/>
                <a:gd name="connsiteX22" fmla="*/ 96453 w 1033835"/>
                <a:gd name="connsiteY22" fmla="*/ 755671 h 1377997"/>
                <a:gd name="connsiteX23" fmla="*/ 115310 w 1033835"/>
                <a:gd name="connsiteY23" fmla="*/ 745472 h 1377997"/>
                <a:gd name="connsiteX24" fmla="*/ 130364 w 1033835"/>
                <a:gd name="connsiteY24" fmla="*/ 676265 h 1377997"/>
                <a:gd name="connsiteX25" fmla="*/ 139015 w 1033835"/>
                <a:gd name="connsiteY25" fmla="*/ 640081 h 1377997"/>
                <a:gd name="connsiteX26" fmla="*/ 151085 w 1033835"/>
                <a:gd name="connsiteY26" fmla="*/ 570806 h 1377997"/>
                <a:gd name="connsiteX27" fmla="*/ 171727 w 1033835"/>
                <a:gd name="connsiteY27" fmla="*/ 538135 h 1377997"/>
                <a:gd name="connsiteX28" fmla="*/ 184919 w 1033835"/>
                <a:gd name="connsiteY28" fmla="*/ 492091 h 1377997"/>
                <a:gd name="connsiteX29" fmla="*/ 216737 w 1033835"/>
                <a:gd name="connsiteY29" fmla="*/ 436535 h 1377997"/>
                <a:gd name="connsiteX30" fmla="*/ 241028 w 1033835"/>
                <a:gd name="connsiteY30" fmla="*/ 400004 h 1377997"/>
                <a:gd name="connsiteX31" fmla="*/ 299653 w 1033835"/>
                <a:gd name="connsiteY31" fmla="*/ 391557 h 1377997"/>
                <a:gd name="connsiteX32" fmla="*/ 421667 w 1033835"/>
                <a:gd name="connsiteY32" fmla="*/ 420684 h 1377997"/>
                <a:gd name="connsiteX0" fmla="*/ 421667 w 1035231"/>
                <a:gd name="connsiteY0" fmla="*/ 420911 h 1378224"/>
                <a:gd name="connsiteX1" fmla="*/ 577280 w 1035231"/>
                <a:gd name="connsiteY1" fmla="*/ 504863 h 1378224"/>
                <a:gd name="connsiteX2" fmla="*/ 895734 w 1035231"/>
                <a:gd name="connsiteY2" fmla="*/ 11477 h 1378224"/>
                <a:gd name="connsiteX3" fmla="*/ 1020050 w 1035231"/>
                <a:gd name="connsiteY3" fmla="*/ 198960 h 1378224"/>
                <a:gd name="connsiteX4" fmla="*/ 567447 w 1035231"/>
                <a:gd name="connsiteY4" fmla="*/ 668222 h 1378224"/>
                <a:gd name="connsiteX5" fmla="*/ 602479 w 1035231"/>
                <a:gd name="connsiteY5" fmla="*/ 725571 h 1378224"/>
                <a:gd name="connsiteX6" fmla="*/ 617846 w 1035231"/>
                <a:gd name="connsiteY6" fmla="*/ 805803 h 1378224"/>
                <a:gd name="connsiteX7" fmla="*/ 650984 w 1035231"/>
                <a:gd name="connsiteY7" fmla="*/ 922154 h 1378224"/>
                <a:gd name="connsiteX8" fmla="*/ 655168 w 1035231"/>
                <a:gd name="connsiteY8" fmla="*/ 1027613 h 1378224"/>
                <a:gd name="connsiteX9" fmla="*/ 641036 w 1035231"/>
                <a:gd name="connsiteY9" fmla="*/ 1146859 h 1378224"/>
                <a:gd name="connsiteX10" fmla="*/ 597637 w 1035231"/>
                <a:gd name="connsiteY10" fmla="*/ 1289540 h 1378224"/>
                <a:gd name="connsiteX11" fmla="*/ 535154 w 1035231"/>
                <a:gd name="connsiteY11" fmla="*/ 1358607 h 1378224"/>
                <a:gd name="connsiteX12" fmla="*/ 437431 w 1035231"/>
                <a:gd name="connsiteY12" fmla="*/ 1373081 h 1378224"/>
                <a:gd name="connsiteX13" fmla="*/ 320773 w 1035231"/>
                <a:gd name="connsiteY13" fmla="*/ 1375562 h 1378224"/>
                <a:gd name="connsiteX14" fmla="*/ 185036 w 1035231"/>
                <a:gd name="connsiteY14" fmla="*/ 1367567 h 1378224"/>
                <a:gd name="connsiteX15" fmla="*/ 83052 w 1035231"/>
                <a:gd name="connsiteY15" fmla="*/ 1342614 h 1378224"/>
                <a:gd name="connsiteX16" fmla="*/ 36717 w 1035231"/>
                <a:gd name="connsiteY16" fmla="*/ 1254800 h 1378224"/>
                <a:gd name="connsiteX17" fmla="*/ 3594 w 1035231"/>
                <a:gd name="connsiteY17" fmla="*/ 1131421 h 1378224"/>
                <a:gd name="connsiteX18" fmla="*/ 2022 w 1035231"/>
                <a:gd name="connsiteY18" fmla="*/ 1024443 h 1378224"/>
                <a:gd name="connsiteX19" fmla="*/ 13654 w 1035231"/>
                <a:gd name="connsiteY19" fmla="*/ 923945 h 1378224"/>
                <a:gd name="connsiteX20" fmla="*/ 30725 w 1035231"/>
                <a:gd name="connsiteY20" fmla="*/ 849641 h 1378224"/>
                <a:gd name="connsiteX21" fmla="*/ 60758 w 1035231"/>
                <a:gd name="connsiteY21" fmla="*/ 798083 h 1378224"/>
                <a:gd name="connsiteX22" fmla="*/ 96453 w 1035231"/>
                <a:gd name="connsiteY22" fmla="*/ 755898 h 1378224"/>
                <a:gd name="connsiteX23" fmla="*/ 115310 w 1035231"/>
                <a:gd name="connsiteY23" fmla="*/ 745699 h 1378224"/>
                <a:gd name="connsiteX24" fmla="*/ 130364 w 1035231"/>
                <a:gd name="connsiteY24" fmla="*/ 676492 h 1378224"/>
                <a:gd name="connsiteX25" fmla="*/ 139015 w 1035231"/>
                <a:gd name="connsiteY25" fmla="*/ 640308 h 1378224"/>
                <a:gd name="connsiteX26" fmla="*/ 151085 w 1035231"/>
                <a:gd name="connsiteY26" fmla="*/ 571033 h 1378224"/>
                <a:gd name="connsiteX27" fmla="*/ 171727 w 1035231"/>
                <a:gd name="connsiteY27" fmla="*/ 538362 h 1378224"/>
                <a:gd name="connsiteX28" fmla="*/ 184919 w 1035231"/>
                <a:gd name="connsiteY28" fmla="*/ 492318 h 1378224"/>
                <a:gd name="connsiteX29" fmla="*/ 216737 w 1035231"/>
                <a:gd name="connsiteY29" fmla="*/ 436762 h 1378224"/>
                <a:gd name="connsiteX30" fmla="*/ 241028 w 1035231"/>
                <a:gd name="connsiteY30" fmla="*/ 400231 h 1378224"/>
                <a:gd name="connsiteX31" fmla="*/ 299653 w 1035231"/>
                <a:gd name="connsiteY31" fmla="*/ 391784 h 1378224"/>
                <a:gd name="connsiteX32" fmla="*/ 421667 w 1035231"/>
                <a:gd name="connsiteY32" fmla="*/ 420911 h 1378224"/>
                <a:gd name="connsiteX0" fmla="*/ 421667 w 895859"/>
                <a:gd name="connsiteY0" fmla="*/ 409675 h 1366988"/>
                <a:gd name="connsiteX1" fmla="*/ 577280 w 895859"/>
                <a:gd name="connsiteY1" fmla="*/ 493627 h 1366988"/>
                <a:gd name="connsiteX2" fmla="*/ 895734 w 895859"/>
                <a:gd name="connsiteY2" fmla="*/ 241 h 1366988"/>
                <a:gd name="connsiteX3" fmla="*/ 539492 w 895859"/>
                <a:gd name="connsiteY3" fmla="*/ 574410 h 1366988"/>
                <a:gd name="connsiteX4" fmla="*/ 567447 w 895859"/>
                <a:gd name="connsiteY4" fmla="*/ 656986 h 1366988"/>
                <a:gd name="connsiteX5" fmla="*/ 602479 w 895859"/>
                <a:gd name="connsiteY5" fmla="*/ 714335 h 1366988"/>
                <a:gd name="connsiteX6" fmla="*/ 617846 w 895859"/>
                <a:gd name="connsiteY6" fmla="*/ 794567 h 1366988"/>
                <a:gd name="connsiteX7" fmla="*/ 650984 w 895859"/>
                <a:gd name="connsiteY7" fmla="*/ 910918 h 1366988"/>
                <a:gd name="connsiteX8" fmla="*/ 655168 w 895859"/>
                <a:gd name="connsiteY8" fmla="*/ 1016377 h 1366988"/>
                <a:gd name="connsiteX9" fmla="*/ 641036 w 895859"/>
                <a:gd name="connsiteY9" fmla="*/ 1135623 h 1366988"/>
                <a:gd name="connsiteX10" fmla="*/ 597637 w 895859"/>
                <a:gd name="connsiteY10" fmla="*/ 1278304 h 1366988"/>
                <a:gd name="connsiteX11" fmla="*/ 535154 w 895859"/>
                <a:gd name="connsiteY11" fmla="*/ 1347371 h 1366988"/>
                <a:gd name="connsiteX12" fmla="*/ 437431 w 895859"/>
                <a:gd name="connsiteY12" fmla="*/ 1361845 h 1366988"/>
                <a:gd name="connsiteX13" fmla="*/ 320773 w 895859"/>
                <a:gd name="connsiteY13" fmla="*/ 1364326 h 1366988"/>
                <a:gd name="connsiteX14" fmla="*/ 185036 w 895859"/>
                <a:gd name="connsiteY14" fmla="*/ 1356331 h 1366988"/>
                <a:gd name="connsiteX15" fmla="*/ 83052 w 895859"/>
                <a:gd name="connsiteY15" fmla="*/ 1331378 h 1366988"/>
                <a:gd name="connsiteX16" fmla="*/ 36717 w 895859"/>
                <a:gd name="connsiteY16" fmla="*/ 1243564 h 1366988"/>
                <a:gd name="connsiteX17" fmla="*/ 3594 w 895859"/>
                <a:gd name="connsiteY17" fmla="*/ 1120185 h 1366988"/>
                <a:gd name="connsiteX18" fmla="*/ 2022 w 895859"/>
                <a:gd name="connsiteY18" fmla="*/ 1013207 h 1366988"/>
                <a:gd name="connsiteX19" fmla="*/ 13654 w 895859"/>
                <a:gd name="connsiteY19" fmla="*/ 912709 h 1366988"/>
                <a:gd name="connsiteX20" fmla="*/ 30725 w 895859"/>
                <a:gd name="connsiteY20" fmla="*/ 838405 h 1366988"/>
                <a:gd name="connsiteX21" fmla="*/ 60758 w 895859"/>
                <a:gd name="connsiteY21" fmla="*/ 786847 h 1366988"/>
                <a:gd name="connsiteX22" fmla="*/ 96453 w 895859"/>
                <a:gd name="connsiteY22" fmla="*/ 744662 h 1366988"/>
                <a:gd name="connsiteX23" fmla="*/ 115310 w 895859"/>
                <a:gd name="connsiteY23" fmla="*/ 734463 h 1366988"/>
                <a:gd name="connsiteX24" fmla="*/ 130364 w 895859"/>
                <a:gd name="connsiteY24" fmla="*/ 665256 h 1366988"/>
                <a:gd name="connsiteX25" fmla="*/ 139015 w 895859"/>
                <a:gd name="connsiteY25" fmla="*/ 629072 h 1366988"/>
                <a:gd name="connsiteX26" fmla="*/ 151085 w 895859"/>
                <a:gd name="connsiteY26" fmla="*/ 559797 h 1366988"/>
                <a:gd name="connsiteX27" fmla="*/ 171727 w 895859"/>
                <a:gd name="connsiteY27" fmla="*/ 527126 h 1366988"/>
                <a:gd name="connsiteX28" fmla="*/ 184919 w 895859"/>
                <a:gd name="connsiteY28" fmla="*/ 481082 h 1366988"/>
                <a:gd name="connsiteX29" fmla="*/ 216737 w 895859"/>
                <a:gd name="connsiteY29" fmla="*/ 425526 h 1366988"/>
                <a:gd name="connsiteX30" fmla="*/ 241028 w 895859"/>
                <a:gd name="connsiteY30" fmla="*/ 388995 h 1366988"/>
                <a:gd name="connsiteX31" fmla="*/ 299653 w 895859"/>
                <a:gd name="connsiteY31" fmla="*/ 380548 h 1366988"/>
                <a:gd name="connsiteX32" fmla="*/ 421667 w 895859"/>
                <a:gd name="connsiteY32" fmla="*/ 409675 h 1366988"/>
                <a:gd name="connsiteX0" fmla="*/ 421667 w 895859"/>
                <a:gd name="connsiteY0" fmla="*/ 409675 h 1366988"/>
                <a:gd name="connsiteX1" fmla="*/ 577280 w 895859"/>
                <a:gd name="connsiteY1" fmla="*/ 493627 h 1366988"/>
                <a:gd name="connsiteX2" fmla="*/ 895734 w 895859"/>
                <a:gd name="connsiteY2" fmla="*/ 241 h 1366988"/>
                <a:gd name="connsiteX3" fmla="*/ 539492 w 895859"/>
                <a:gd name="connsiteY3" fmla="*/ 574410 h 1366988"/>
                <a:gd name="connsiteX4" fmla="*/ 567447 w 895859"/>
                <a:gd name="connsiteY4" fmla="*/ 656986 h 1366988"/>
                <a:gd name="connsiteX5" fmla="*/ 602479 w 895859"/>
                <a:gd name="connsiteY5" fmla="*/ 714335 h 1366988"/>
                <a:gd name="connsiteX6" fmla="*/ 617846 w 895859"/>
                <a:gd name="connsiteY6" fmla="*/ 794567 h 1366988"/>
                <a:gd name="connsiteX7" fmla="*/ 650984 w 895859"/>
                <a:gd name="connsiteY7" fmla="*/ 910918 h 1366988"/>
                <a:gd name="connsiteX8" fmla="*/ 655168 w 895859"/>
                <a:gd name="connsiteY8" fmla="*/ 1016377 h 1366988"/>
                <a:gd name="connsiteX9" fmla="*/ 641036 w 895859"/>
                <a:gd name="connsiteY9" fmla="*/ 1135623 h 1366988"/>
                <a:gd name="connsiteX10" fmla="*/ 597637 w 895859"/>
                <a:gd name="connsiteY10" fmla="*/ 1278304 h 1366988"/>
                <a:gd name="connsiteX11" fmla="*/ 535154 w 895859"/>
                <a:gd name="connsiteY11" fmla="*/ 1347371 h 1366988"/>
                <a:gd name="connsiteX12" fmla="*/ 437431 w 895859"/>
                <a:gd name="connsiteY12" fmla="*/ 1361845 h 1366988"/>
                <a:gd name="connsiteX13" fmla="*/ 320773 w 895859"/>
                <a:gd name="connsiteY13" fmla="*/ 1364326 h 1366988"/>
                <a:gd name="connsiteX14" fmla="*/ 185036 w 895859"/>
                <a:gd name="connsiteY14" fmla="*/ 1356331 h 1366988"/>
                <a:gd name="connsiteX15" fmla="*/ 83052 w 895859"/>
                <a:gd name="connsiteY15" fmla="*/ 1331378 h 1366988"/>
                <a:gd name="connsiteX16" fmla="*/ 36717 w 895859"/>
                <a:gd name="connsiteY16" fmla="*/ 1243564 h 1366988"/>
                <a:gd name="connsiteX17" fmla="*/ 3594 w 895859"/>
                <a:gd name="connsiteY17" fmla="*/ 1120185 h 1366988"/>
                <a:gd name="connsiteX18" fmla="*/ 2022 w 895859"/>
                <a:gd name="connsiteY18" fmla="*/ 1013207 h 1366988"/>
                <a:gd name="connsiteX19" fmla="*/ 13654 w 895859"/>
                <a:gd name="connsiteY19" fmla="*/ 912709 h 1366988"/>
                <a:gd name="connsiteX20" fmla="*/ 30725 w 895859"/>
                <a:gd name="connsiteY20" fmla="*/ 838405 h 1366988"/>
                <a:gd name="connsiteX21" fmla="*/ 60758 w 895859"/>
                <a:gd name="connsiteY21" fmla="*/ 786847 h 1366988"/>
                <a:gd name="connsiteX22" fmla="*/ 96453 w 895859"/>
                <a:gd name="connsiteY22" fmla="*/ 744662 h 1366988"/>
                <a:gd name="connsiteX23" fmla="*/ 115310 w 895859"/>
                <a:gd name="connsiteY23" fmla="*/ 734463 h 1366988"/>
                <a:gd name="connsiteX24" fmla="*/ 130364 w 895859"/>
                <a:gd name="connsiteY24" fmla="*/ 665256 h 1366988"/>
                <a:gd name="connsiteX25" fmla="*/ 139015 w 895859"/>
                <a:gd name="connsiteY25" fmla="*/ 629072 h 1366988"/>
                <a:gd name="connsiteX26" fmla="*/ 151085 w 895859"/>
                <a:gd name="connsiteY26" fmla="*/ 559797 h 1366988"/>
                <a:gd name="connsiteX27" fmla="*/ 171727 w 895859"/>
                <a:gd name="connsiteY27" fmla="*/ 527126 h 1366988"/>
                <a:gd name="connsiteX28" fmla="*/ 184919 w 895859"/>
                <a:gd name="connsiteY28" fmla="*/ 481082 h 1366988"/>
                <a:gd name="connsiteX29" fmla="*/ 216737 w 895859"/>
                <a:gd name="connsiteY29" fmla="*/ 425526 h 1366988"/>
                <a:gd name="connsiteX30" fmla="*/ 241028 w 895859"/>
                <a:gd name="connsiteY30" fmla="*/ 388995 h 1366988"/>
                <a:gd name="connsiteX31" fmla="*/ 299653 w 895859"/>
                <a:gd name="connsiteY31" fmla="*/ 380548 h 1366988"/>
                <a:gd name="connsiteX32" fmla="*/ 421667 w 895859"/>
                <a:gd name="connsiteY32" fmla="*/ 409675 h 1366988"/>
                <a:gd name="connsiteX0" fmla="*/ 421667 w 896100"/>
                <a:gd name="connsiteY0" fmla="*/ 410135 h 1367448"/>
                <a:gd name="connsiteX1" fmla="*/ 577280 w 896100"/>
                <a:gd name="connsiteY1" fmla="*/ 494087 h 1367448"/>
                <a:gd name="connsiteX2" fmla="*/ 895734 w 896100"/>
                <a:gd name="connsiteY2" fmla="*/ 701 h 1367448"/>
                <a:gd name="connsiteX3" fmla="*/ 511552 w 896100"/>
                <a:gd name="connsiteY3" fmla="*/ 634011 h 1367448"/>
                <a:gd name="connsiteX4" fmla="*/ 567447 w 896100"/>
                <a:gd name="connsiteY4" fmla="*/ 657446 h 1367448"/>
                <a:gd name="connsiteX5" fmla="*/ 602479 w 896100"/>
                <a:gd name="connsiteY5" fmla="*/ 714795 h 1367448"/>
                <a:gd name="connsiteX6" fmla="*/ 617846 w 896100"/>
                <a:gd name="connsiteY6" fmla="*/ 795027 h 1367448"/>
                <a:gd name="connsiteX7" fmla="*/ 650984 w 896100"/>
                <a:gd name="connsiteY7" fmla="*/ 911378 h 1367448"/>
                <a:gd name="connsiteX8" fmla="*/ 655168 w 896100"/>
                <a:gd name="connsiteY8" fmla="*/ 1016837 h 1367448"/>
                <a:gd name="connsiteX9" fmla="*/ 641036 w 896100"/>
                <a:gd name="connsiteY9" fmla="*/ 1136083 h 1367448"/>
                <a:gd name="connsiteX10" fmla="*/ 597637 w 896100"/>
                <a:gd name="connsiteY10" fmla="*/ 1278764 h 1367448"/>
                <a:gd name="connsiteX11" fmla="*/ 535154 w 896100"/>
                <a:gd name="connsiteY11" fmla="*/ 1347831 h 1367448"/>
                <a:gd name="connsiteX12" fmla="*/ 437431 w 896100"/>
                <a:gd name="connsiteY12" fmla="*/ 1362305 h 1367448"/>
                <a:gd name="connsiteX13" fmla="*/ 320773 w 896100"/>
                <a:gd name="connsiteY13" fmla="*/ 1364786 h 1367448"/>
                <a:gd name="connsiteX14" fmla="*/ 185036 w 896100"/>
                <a:gd name="connsiteY14" fmla="*/ 1356791 h 1367448"/>
                <a:gd name="connsiteX15" fmla="*/ 83052 w 896100"/>
                <a:gd name="connsiteY15" fmla="*/ 1331838 h 1367448"/>
                <a:gd name="connsiteX16" fmla="*/ 36717 w 896100"/>
                <a:gd name="connsiteY16" fmla="*/ 1244024 h 1367448"/>
                <a:gd name="connsiteX17" fmla="*/ 3594 w 896100"/>
                <a:gd name="connsiteY17" fmla="*/ 1120645 h 1367448"/>
                <a:gd name="connsiteX18" fmla="*/ 2022 w 896100"/>
                <a:gd name="connsiteY18" fmla="*/ 1013667 h 1367448"/>
                <a:gd name="connsiteX19" fmla="*/ 13654 w 896100"/>
                <a:gd name="connsiteY19" fmla="*/ 913169 h 1367448"/>
                <a:gd name="connsiteX20" fmla="*/ 30725 w 896100"/>
                <a:gd name="connsiteY20" fmla="*/ 838865 h 1367448"/>
                <a:gd name="connsiteX21" fmla="*/ 60758 w 896100"/>
                <a:gd name="connsiteY21" fmla="*/ 787307 h 1367448"/>
                <a:gd name="connsiteX22" fmla="*/ 96453 w 896100"/>
                <a:gd name="connsiteY22" fmla="*/ 745122 h 1367448"/>
                <a:gd name="connsiteX23" fmla="*/ 115310 w 896100"/>
                <a:gd name="connsiteY23" fmla="*/ 734923 h 1367448"/>
                <a:gd name="connsiteX24" fmla="*/ 130364 w 896100"/>
                <a:gd name="connsiteY24" fmla="*/ 665716 h 1367448"/>
                <a:gd name="connsiteX25" fmla="*/ 139015 w 896100"/>
                <a:gd name="connsiteY25" fmla="*/ 629532 h 1367448"/>
                <a:gd name="connsiteX26" fmla="*/ 151085 w 896100"/>
                <a:gd name="connsiteY26" fmla="*/ 560257 h 1367448"/>
                <a:gd name="connsiteX27" fmla="*/ 171727 w 896100"/>
                <a:gd name="connsiteY27" fmla="*/ 527586 h 1367448"/>
                <a:gd name="connsiteX28" fmla="*/ 184919 w 896100"/>
                <a:gd name="connsiteY28" fmla="*/ 481542 h 1367448"/>
                <a:gd name="connsiteX29" fmla="*/ 216737 w 896100"/>
                <a:gd name="connsiteY29" fmla="*/ 425986 h 1367448"/>
                <a:gd name="connsiteX30" fmla="*/ 241028 w 896100"/>
                <a:gd name="connsiteY30" fmla="*/ 389455 h 1367448"/>
                <a:gd name="connsiteX31" fmla="*/ 299653 w 896100"/>
                <a:gd name="connsiteY31" fmla="*/ 381008 h 1367448"/>
                <a:gd name="connsiteX32" fmla="*/ 421667 w 896100"/>
                <a:gd name="connsiteY32" fmla="*/ 410135 h 1367448"/>
                <a:gd name="connsiteX0" fmla="*/ 421667 w 896100"/>
                <a:gd name="connsiteY0" fmla="*/ 410135 h 1367448"/>
                <a:gd name="connsiteX1" fmla="*/ 577280 w 896100"/>
                <a:gd name="connsiteY1" fmla="*/ 494087 h 1367448"/>
                <a:gd name="connsiteX2" fmla="*/ 895734 w 896100"/>
                <a:gd name="connsiteY2" fmla="*/ 701 h 1367448"/>
                <a:gd name="connsiteX3" fmla="*/ 511552 w 896100"/>
                <a:gd name="connsiteY3" fmla="*/ 634011 h 1367448"/>
                <a:gd name="connsiteX4" fmla="*/ 567447 w 896100"/>
                <a:gd name="connsiteY4" fmla="*/ 657446 h 1367448"/>
                <a:gd name="connsiteX5" fmla="*/ 602479 w 896100"/>
                <a:gd name="connsiteY5" fmla="*/ 714795 h 1367448"/>
                <a:gd name="connsiteX6" fmla="*/ 617846 w 896100"/>
                <a:gd name="connsiteY6" fmla="*/ 795027 h 1367448"/>
                <a:gd name="connsiteX7" fmla="*/ 650984 w 896100"/>
                <a:gd name="connsiteY7" fmla="*/ 911378 h 1367448"/>
                <a:gd name="connsiteX8" fmla="*/ 655168 w 896100"/>
                <a:gd name="connsiteY8" fmla="*/ 1016837 h 1367448"/>
                <a:gd name="connsiteX9" fmla="*/ 641036 w 896100"/>
                <a:gd name="connsiteY9" fmla="*/ 1136083 h 1367448"/>
                <a:gd name="connsiteX10" fmla="*/ 597637 w 896100"/>
                <a:gd name="connsiteY10" fmla="*/ 1278764 h 1367448"/>
                <a:gd name="connsiteX11" fmla="*/ 535154 w 896100"/>
                <a:gd name="connsiteY11" fmla="*/ 1347831 h 1367448"/>
                <a:gd name="connsiteX12" fmla="*/ 437431 w 896100"/>
                <a:gd name="connsiteY12" fmla="*/ 1362305 h 1367448"/>
                <a:gd name="connsiteX13" fmla="*/ 320773 w 896100"/>
                <a:gd name="connsiteY13" fmla="*/ 1364786 h 1367448"/>
                <a:gd name="connsiteX14" fmla="*/ 185036 w 896100"/>
                <a:gd name="connsiteY14" fmla="*/ 1356791 h 1367448"/>
                <a:gd name="connsiteX15" fmla="*/ 83052 w 896100"/>
                <a:gd name="connsiteY15" fmla="*/ 1331838 h 1367448"/>
                <a:gd name="connsiteX16" fmla="*/ 36717 w 896100"/>
                <a:gd name="connsiteY16" fmla="*/ 1244024 h 1367448"/>
                <a:gd name="connsiteX17" fmla="*/ 3594 w 896100"/>
                <a:gd name="connsiteY17" fmla="*/ 1120645 h 1367448"/>
                <a:gd name="connsiteX18" fmla="*/ 2022 w 896100"/>
                <a:gd name="connsiteY18" fmla="*/ 1013667 h 1367448"/>
                <a:gd name="connsiteX19" fmla="*/ 13654 w 896100"/>
                <a:gd name="connsiteY19" fmla="*/ 913169 h 1367448"/>
                <a:gd name="connsiteX20" fmla="*/ 30725 w 896100"/>
                <a:gd name="connsiteY20" fmla="*/ 838865 h 1367448"/>
                <a:gd name="connsiteX21" fmla="*/ 60758 w 896100"/>
                <a:gd name="connsiteY21" fmla="*/ 787307 h 1367448"/>
                <a:gd name="connsiteX22" fmla="*/ 96453 w 896100"/>
                <a:gd name="connsiteY22" fmla="*/ 745122 h 1367448"/>
                <a:gd name="connsiteX23" fmla="*/ 115310 w 896100"/>
                <a:gd name="connsiteY23" fmla="*/ 734923 h 1367448"/>
                <a:gd name="connsiteX24" fmla="*/ 130364 w 896100"/>
                <a:gd name="connsiteY24" fmla="*/ 665716 h 1367448"/>
                <a:gd name="connsiteX25" fmla="*/ 139015 w 896100"/>
                <a:gd name="connsiteY25" fmla="*/ 629532 h 1367448"/>
                <a:gd name="connsiteX26" fmla="*/ 151085 w 896100"/>
                <a:gd name="connsiteY26" fmla="*/ 560257 h 1367448"/>
                <a:gd name="connsiteX27" fmla="*/ 171727 w 896100"/>
                <a:gd name="connsiteY27" fmla="*/ 527586 h 1367448"/>
                <a:gd name="connsiteX28" fmla="*/ 184919 w 896100"/>
                <a:gd name="connsiteY28" fmla="*/ 481542 h 1367448"/>
                <a:gd name="connsiteX29" fmla="*/ 216737 w 896100"/>
                <a:gd name="connsiteY29" fmla="*/ 425986 h 1367448"/>
                <a:gd name="connsiteX30" fmla="*/ 241028 w 896100"/>
                <a:gd name="connsiteY30" fmla="*/ 389455 h 1367448"/>
                <a:gd name="connsiteX31" fmla="*/ 299653 w 896100"/>
                <a:gd name="connsiteY31" fmla="*/ 381008 h 1367448"/>
                <a:gd name="connsiteX32" fmla="*/ 421667 w 896100"/>
                <a:gd name="connsiteY32" fmla="*/ 410135 h 1367448"/>
                <a:gd name="connsiteX0" fmla="*/ 421667 w 895898"/>
                <a:gd name="connsiteY0" fmla="*/ 409474 h 1366787"/>
                <a:gd name="connsiteX1" fmla="*/ 448759 w 895898"/>
                <a:gd name="connsiteY1" fmla="*/ 598059 h 1366787"/>
                <a:gd name="connsiteX2" fmla="*/ 895734 w 895898"/>
                <a:gd name="connsiteY2" fmla="*/ 40 h 1366787"/>
                <a:gd name="connsiteX3" fmla="*/ 511552 w 895898"/>
                <a:gd name="connsiteY3" fmla="*/ 633350 h 1366787"/>
                <a:gd name="connsiteX4" fmla="*/ 567447 w 895898"/>
                <a:gd name="connsiteY4" fmla="*/ 656785 h 1366787"/>
                <a:gd name="connsiteX5" fmla="*/ 602479 w 895898"/>
                <a:gd name="connsiteY5" fmla="*/ 714134 h 1366787"/>
                <a:gd name="connsiteX6" fmla="*/ 617846 w 895898"/>
                <a:gd name="connsiteY6" fmla="*/ 794366 h 1366787"/>
                <a:gd name="connsiteX7" fmla="*/ 650984 w 895898"/>
                <a:gd name="connsiteY7" fmla="*/ 910717 h 1366787"/>
                <a:gd name="connsiteX8" fmla="*/ 655168 w 895898"/>
                <a:gd name="connsiteY8" fmla="*/ 1016176 h 1366787"/>
                <a:gd name="connsiteX9" fmla="*/ 641036 w 895898"/>
                <a:gd name="connsiteY9" fmla="*/ 1135422 h 1366787"/>
                <a:gd name="connsiteX10" fmla="*/ 597637 w 895898"/>
                <a:gd name="connsiteY10" fmla="*/ 1278103 h 1366787"/>
                <a:gd name="connsiteX11" fmla="*/ 535154 w 895898"/>
                <a:gd name="connsiteY11" fmla="*/ 1347170 h 1366787"/>
                <a:gd name="connsiteX12" fmla="*/ 437431 w 895898"/>
                <a:gd name="connsiteY12" fmla="*/ 1361644 h 1366787"/>
                <a:gd name="connsiteX13" fmla="*/ 320773 w 895898"/>
                <a:gd name="connsiteY13" fmla="*/ 1364125 h 1366787"/>
                <a:gd name="connsiteX14" fmla="*/ 185036 w 895898"/>
                <a:gd name="connsiteY14" fmla="*/ 1356130 h 1366787"/>
                <a:gd name="connsiteX15" fmla="*/ 83052 w 895898"/>
                <a:gd name="connsiteY15" fmla="*/ 1331177 h 1366787"/>
                <a:gd name="connsiteX16" fmla="*/ 36717 w 895898"/>
                <a:gd name="connsiteY16" fmla="*/ 1243363 h 1366787"/>
                <a:gd name="connsiteX17" fmla="*/ 3594 w 895898"/>
                <a:gd name="connsiteY17" fmla="*/ 1119984 h 1366787"/>
                <a:gd name="connsiteX18" fmla="*/ 2022 w 895898"/>
                <a:gd name="connsiteY18" fmla="*/ 1013006 h 1366787"/>
                <a:gd name="connsiteX19" fmla="*/ 13654 w 895898"/>
                <a:gd name="connsiteY19" fmla="*/ 912508 h 1366787"/>
                <a:gd name="connsiteX20" fmla="*/ 30725 w 895898"/>
                <a:gd name="connsiteY20" fmla="*/ 838204 h 1366787"/>
                <a:gd name="connsiteX21" fmla="*/ 60758 w 895898"/>
                <a:gd name="connsiteY21" fmla="*/ 786646 h 1366787"/>
                <a:gd name="connsiteX22" fmla="*/ 96453 w 895898"/>
                <a:gd name="connsiteY22" fmla="*/ 744461 h 1366787"/>
                <a:gd name="connsiteX23" fmla="*/ 115310 w 895898"/>
                <a:gd name="connsiteY23" fmla="*/ 734262 h 1366787"/>
                <a:gd name="connsiteX24" fmla="*/ 130364 w 895898"/>
                <a:gd name="connsiteY24" fmla="*/ 665055 h 1366787"/>
                <a:gd name="connsiteX25" fmla="*/ 139015 w 895898"/>
                <a:gd name="connsiteY25" fmla="*/ 628871 h 1366787"/>
                <a:gd name="connsiteX26" fmla="*/ 151085 w 895898"/>
                <a:gd name="connsiteY26" fmla="*/ 559596 h 1366787"/>
                <a:gd name="connsiteX27" fmla="*/ 171727 w 895898"/>
                <a:gd name="connsiteY27" fmla="*/ 526925 h 1366787"/>
                <a:gd name="connsiteX28" fmla="*/ 184919 w 895898"/>
                <a:gd name="connsiteY28" fmla="*/ 480881 h 1366787"/>
                <a:gd name="connsiteX29" fmla="*/ 216737 w 895898"/>
                <a:gd name="connsiteY29" fmla="*/ 425325 h 1366787"/>
                <a:gd name="connsiteX30" fmla="*/ 241028 w 895898"/>
                <a:gd name="connsiteY30" fmla="*/ 388794 h 1366787"/>
                <a:gd name="connsiteX31" fmla="*/ 299653 w 895898"/>
                <a:gd name="connsiteY31" fmla="*/ 380347 h 1366787"/>
                <a:gd name="connsiteX32" fmla="*/ 421667 w 895898"/>
                <a:gd name="connsiteY32" fmla="*/ 409474 h 1366787"/>
                <a:gd name="connsiteX0" fmla="*/ 421667 w 656213"/>
                <a:gd name="connsiteY0" fmla="*/ 30150 h 987463"/>
                <a:gd name="connsiteX1" fmla="*/ 448759 w 656213"/>
                <a:gd name="connsiteY1" fmla="*/ 218735 h 987463"/>
                <a:gd name="connsiteX2" fmla="*/ 489682 w 656213"/>
                <a:gd name="connsiteY2" fmla="*/ 184824 h 987463"/>
                <a:gd name="connsiteX3" fmla="*/ 511552 w 656213"/>
                <a:gd name="connsiteY3" fmla="*/ 254026 h 987463"/>
                <a:gd name="connsiteX4" fmla="*/ 567447 w 656213"/>
                <a:gd name="connsiteY4" fmla="*/ 277461 h 987463"/>
                <a:gd name="connsiteX5" fmla="*/ 602479 w 656213"/>
                <a:gd name="connsiteY5" fmla="*/ 334810 h 987463"/>
                <a:gd name="connsiteX6" fmla="*/ 617846 w 656213"/>
                <a:gd name="connsiteY6" fmla="*/ 415042 h 987463"/>
                <a:gd name="connsiteX7" fmla="*/ 650984 w 656213"/>
                <a:gd name="connsiteY7" fmla="*/ 531393 h 987463"/>
                <a:gd name="connsiteX8" fmla="*/ 655168 w 656213"/>
                <a:gd name="connsiteY8" fmla="*/ 636852 h 987463"/>
                <a:gd name="connsiteX9" fmla="*/ 641036 w 656213"/>
                <a:gd name="connsiteY9" fmla="*/ 756098 h 987463"/>
                <a:gd name="connsiteX10" fmla="*/ 597637 w 656213"/>
                <a:gd name="connsiteY10" fmla="*/ 898779 h 987463"/>
                <a:gd name="connsiteX11" fmla="*/ 535154 w 656213"/>
                <a:gd name="connsiteY11" fmla="*/ 967846 h 987463"/>
                <a:gd name="connsiteX12" fmla="*/ 437431 w 656213"/>
                <a:gd name="connsiteY12" fmla="*/ 982320 h 987463"/>
                <a:gd name="connsiteX13" fmla="*/ 320773 w 656213"/>
                <a:gd name="connsiteY13" fmla="*/ 984801 h 987463"/>
                <a:gd name="connsiteX14" fmla="*/ 185036 w 656213"/>
                <a:gd name="connsiteY14" fmla="*/ 976806 h 987463"/>
                <a:gd name="connsiteX15" fmla="*/ 83052 w 656213"/>
                <a:gd name="connsiteY15" fmla="*/ 951853 h 987463"/>
                <a:gd name="connsiteX16" fmla="*/ 36717 w 656213"/>
                <a:gd name="connsiteY16" fmla="*/ 864039 h 987463"/>
                <a:gd name="connsiteX17" fmla="*/ 3594 w 656213"/>
                <a:gd name="connsiteY17" fmla="*/ 740660 h 987463"/>
                <a:gd name="connsiteX18" fmla="*/ 2022 w 656213"/>
                <a:gd name="connsiteY18" fmla="*/ 633682 h 987463"/>
                <a:gd name="connsiteX19" fmla="*/ 13654 w 656213"/>
                <a:gd name="connsiteY19" fmla="*/ 533184 h 987463"/>
                <a:gd name="connsiteX20" fmla="*/ 30725 w 656213"/>
                <a:gd name="connsiteY20" fmla="*/ 458880 h 987463"/>
                <a:gd name="connsiteX21" fmla="*/ 60758 w 656213"/>
                <a:gd name="connsiteY21" fmla="*/ 407322 h 987463"/>
                <a:gd name="connsiteX22" fmla="*/ 96453 w 656213"/>
                <a:gd name="connsiteY22" fmla="*/ 365137 h 987463"/>
                <a:gd name="connsiteX23" fmla="*/ 115310 w 656213"/>
                <a:gd name="connsiteY23" fmla="*/ 354938 h 987463"/>
                <a:gd name="connsiteX24" fmla="*/ 130364 w 656213"/>
                <a:gd name="connsiteY24" fmla="*/ 285731 h 987463"/>
                <a:gd name="connsiteX25" fmla="*/ 139015 w 656213"/>
                <a:gd name="connsiteY25" fmla="*/ 249547 h 987463"/>
                <a:gd name="connsiteX26" fmla="*/ 151085 w 656213"/>
                <a:gd name="connsiteY26" fmla="*/ 180272 h 987463"/>
                <a:gd name="connsiteX27" fmla="*/ 171727 w 656213"/>
                <a:gd name="connsiteY27" fmla="*/ 147601 h 987463"/>
                <a:gd name="connsiteX28" fmla="*/ 184919 w 656213"/>
                <a:gd name="connsiteY28" fmla="*/ 101557 h 987463"/>
                <a:gd name="connsiteX29" fmla="*/ 216737 w 656213"/>
                <a:gd name="connsiteY29" fmla="*/ 46001 h 987463"/>
                <a:gd name="connsiteX30" fmla="*/ 241028 w 656213"/>
                <a:gd name="connsiteY30" fmla="*/ 9470 h 987463"/>
                <a:gd name="connsiteX31" fmla="*/ 299653 w 656213"/>
                <a:gd name="connsiteY31" fmla="*/ 1023 h 987463"/>
                <a:gd name="connsiteX32" fmla="*/ 421667 w 656213"/>
                <a:gd name="connsiteY32" fmla="*/ 30150 h 987463"/>
                <a:gd name="connsiteX0" fmla="*/ 421667 w 656213"/>
                <a:gd name="connsiteY0" fmla="*/ 30150 h 987463"/>
                <a:gd name="connsiteX1" fmla="*/ 448759 w 656213"/>
                <a:gd name="connsiteY1" fmla="*/ 218735 h 987463"/>
                <a:gd name="connsiteX2" fmla="*/ 480369 w 656213"/>
                <a:gd name="connsiteY2" fmla="*/ 207571 h 987463"/>
                <a:gd name="connsiteX3" fmla="*/ 511552 w 656213"/>
                <a:gd name="connsiteY3" fmla="*/ 254026 h 987463"/>
                <a:gd name="connsiteX4" fmla="*/ 567447 w 656213"/>
                <a:gd name="connsiteY4" fmla="*/ 277461 h 987463"/>
                <a:gd name="connsiteX5" fmla="*/ 602479 w 656213"/>
                <a:gd name="connsiteY5" fmla="*/ 334810 h 987463"/>
                <a:gd name="connsiteX6" fmla="*/ 617846 w 656213"/>
                <a:gd name="connsiteY6" fmla="*/ 415042 h 987463"/>
                <a:gd name="connsiteX7" fmla="*/ 650984 w 656213"/>
                <a:gd name="connsiteY7" fmla="*/ 531393 h 987463"/>
                <a:gd name="connsiteX8" fmla="*/ 655168 w 656213"/>
                <a:gd name="connsiteY8" fmla="*/ 636852 h 987463"/>
                <a:gd name="connsiteX9" fmla="*/ 641036 w 656213"/>
                <a:gd name="connsiteY9" fmla="*/ 756098 h 987463"/>
                <a:gd name="connsiteX10" fmla="*/ 597637 w 656213"/>
                <a:gd name="connsiteY10" fmla="*/ 898779 h 987463"/>
                <a:gd name="connsiteX11" fmla="*/ 535154 w 656213"/>
                <a:gd name="connsiteY11" fmla="*/ 967846 h 987463"/>
                <a:gd name="connsiteX12" fmla="*/ 437431 w 656213"/>
                <a:gd name="connsiteY12" fmla="*/ 982320 h 987463"/>
                <a:gd name="connsiteX13" fmla="*/ 320773 w 656213"/>
                <a:gd name="connsiteY13" fmla="*/ 984801 h 987463"/>
                <a:gd name="connsiteX14" fmla="*/ 185036 w 656213"/>
                <a:gd name="connsiteY14" fmla="*/ 976806 h 987463"/>
                <a:gd name="connsiteX15" fmla="*/ 83052 w 656213"/>
                <a:gd name="connsiteY15" fmla="*/ 951853 h 987463"/>
                <a:gd name="connsiteX16" fmla="*/ 36717 w 656213"/>
                <a:gd name="connsiteY16" fmla="*/ 864039 h 987463"/>
                <a:gd name="connsiteX17" fmla="*/ 3594 w 656213"/>
                <a:gd name="connsiteY17" fmla="*/ 740660 h 987463"/>
                <a:gd name="connsiteX18" fmla="*/ 2022 w 656213"/>
                <a:gd name="connsiteY18" fmla="*/ 633682 h 987463"/>
                <a:gd name="connsiteX19" fmla="*/ 13654 w 656213"/>
                <a:gd name="connsiteY19" fmla="*/ 533184 h 987463"/>
                <a:gd name="connsiteX20" fmla="*/ 30725 w 656213"/>
                <a:gd name="connsiteY20" fmla="*/ 458880 h 987463"/>
                <a:gd name="connsiteX21" fmla="*/ 60758 w 656213"/>
                <a:gd name="connsiteY21" fmla="*/ 407322 h 987463"/>
                <a:gd name="connsiteX22" fmla="*/ 96453 w 656213"/>
                <a:gd name="connsiteY22" fmla="*/ 365137 h 987463"/>
                <a:gd name="connsiteX23" fmla="*/ 115310 w 656213"/>
                <a:gd name="connsiteY23" fmla="*/ 354938 h 987463"/>
                <a:gd name="connsiteX24" fmla="*/ 130364 w 656213"/>
                <a:gd name="connsiteY24" fmla="*/ 285731 h 987463"/>
                <a:gd name="connsiteX25" fmla="*/ 139015 w 656213"/>
                <a:gd name="connsiteY25" fmla="*/ 249547 h 987463"/>
                <a:gd name="connsiteX26" fmla="*/ 151085 w 656213"/>
                <a:gd name="connsiteY26" fmla="*/ 180272 h 987463"/>
                <a:gd name="connsiteX27" fmla="*/ 171727 w 656213"/>
                <a:gd name="connsiteY27" fmla="*/ 147601 h 987463"/>
                <a:gd name="connsiteX28" fmla="*/ 184919 w 656213"/>
                <a:gd name="connsiteY28" fmla="*/ 101557 h 987463"/>
                <a:gd name="connsiteX29" fmla="*/ 216737 w 656213"/>
                <a:gd name="connsiteY29" fmla="*/ 46001 h 987463"/>
                <a:gd name="connsiteX30" fmla="*/ 241028 w 656213"/>
                <a:gd name="connsiteY30" fmla="*/ 9470 h 987463"/>
                <a:gd name="connsiteX31" fmla="*/ 299653 w 656213"/>
                <a:gd name="connsiteY31" fmla="*/ 1023 h 987463"/>
                <a:gd name="connsiteX32" fmla="*/ 421667 w 656213"/>
                <a:gd name="connsiteY32" fmla="*/ 30150 h 987463"/>
                <a:gd name="connsiteX0" fmla="*/ 421667 w 656213"/>
                <a:gd name="connsiteY0" fmla="*/ 30150 h 987463"/>
                <a:gd name="connsiteX1" fmla="*/ 445034 w 656213"/>
                <a:gd name="connsiteY1" fmla="*/ 159594 h 987463"/>
                <a:gd name="connsiteX2" fmla="*/ 480369 w 656213"/>
                <a:gd name="connsiteY2" fmla="*/ 207571 h 987463"/>
                <a:gd name="connsiteX3" fmla="*/ 511552 w 656213"/>
                <a:gd name="connsiteY3" fmla="*/ 254026 h 987463"/>
                <a:gd name="connsiteX4" fmla="*/ 567447 w 656213"/>
                <a:gd name="connsiteY4" fmla="*/ 277461 h 987463"/>
                <a:gd name="connsiteX5" fmla="*/ 602479 w 656213"/>
                <a:gd name="connsiteY5" fmla="*/ 334810 h 987463"/>
                <a:gd name="connsiteX6" fmla="*/ 617846 w 656213"/>
                <a:gd name="connsiteY6" fmla="*/ 415042 h 987463"/>
                <a:gd name="connsiteX7" fmla="*/ 650984 w 656213"/>
                <a:gd name="connsiteY7" fmla="*/ 531393 h 987463"/>
                <a:gd name="connsiteX8" fmla="*/ 655168 w 656213"/>
                <a:gd name="connsiteY8" fmla="*/ 636852 h 987463"/>
                <a:gd name="connsiteX9" fmla="*/ 641036 w 656213"/>
                <a:gd name="connsiteY9" fmla="*/ 756098 h 987463"/>
                <a:gd name="connsiteX10" fmla="*/ 597637 w 656213"/>
                <a:gd name="connsiteY10" fmla="*/ 898779 h 987463"/>
                <a:gd name="connsiteX11" fmla="*/ 535154 w 656213"/>
                <a:gd name="connsiteY11" fmla="*/ 967846 h 987463"/>
                <a:gd name="connsiteX12" fmla="*/ 437431 w 656213"/>
                <a:gd name="connsiteY12" fmla="*/ 982320 h 987463"/>
                <a:gd name="connsiteX13" fmla="*/ 320773 w 656213"/>
                <a:gd name="connsiteY13" fmla="*/ 984801 h 987463"/>
                <a:gd name="connsiteX14" fmla="*/ 185036 w 656213"/>
                <a:gd name="connsiteY14" fmla="*/ 976806 h 987463"/>
                <a:gd name="connsiteX15" fmla="*/ 83052 w 656213"/>
                <a:gd name="connsiteY15" fmla="*/ 951853 h 987463"/>
                <a:gd name="connsiteX16" fmla="*/ 36717 w 656213"/>
                <a:gd name="connsiteY16" fmla="*/ 864039 h 987463"/>
                <a:gd name="connsiteX17" fmla="*/ 3594 w 656213"/>
                <a:gd name="connsiteY17" fmla="*/ 740660 h 987463"/>
                <a:gd name="connsiteX18" fmla="*/ 2022 w 656213"/>
                <a:gd name="connsiteY18" fmla="*/ 633682 h 987463"/>
                <a:gd name="connsiteX19" fmla="*/ 13654 w 656213"/>
                <a:gd name="connsiteY19" fmla="*/ 533184 h 987463"/>
                <a:gd name="connsiteX20" fmla="*/ 30725 w 656213"/>
                <a:gd name="connsiteY20" fmla="*/ 458880 h 987463"/>
                <a:gd name="connsiteX21" fmla="*/ 60758 w 656213"/>
                <a:gd name="connsiteY21" fmla="*/ 407322 h 987463"/>
                <a:gd name="connsiteX22" fmla="*/ 96453 w 656213"/>
                <a:gd name="connsiteY22" fmla="*/ 365137 h 987463"/>
                <a:gd name="connsiteX23" fmla="*/ 115310 w 656213"/>
                <a:gd name="connsiteY23" fmla="*/ 354938 h 987463"/>
                <a:gd name="connsiteX24" fmla="*/ 130364 w 656213"/>
                <a:gd name="connsiteY24" fmla="*/ 285731 h 987463"/>
                <a:gd name="connsiteX25" fmla="*/ 139015 w 656213"/>
                <a:gd name="connsiteY25" fmla="*/ 249547 h 987463"/>
                <a:gd name="connsiteX26" fmla="*/ 151085 w 656213"/>
                <a:gd name="connsiteY26" fmla="*/ 180272 h 987463"/>
                <a:gd name="connsiteX27" fmla="*/ 171727 w 656213"/>
                <a:gd name="connsiteY27" fmla="*/ 147601 h 987463"/>
                <a:gd name="connsiteX28" fmla="*/ 184919 w 656213"/>
                <a:gd name="connsiteY28" fmla="*/ 101557 h 987463"/>
                <a:gd name="connsiteX29" fmla="*/ 216737 w 656213"/>
                <a:gd name="connsiteY29" fmla="*/ 46001 h 987463"/>
                <a:gd name="connsiteX30" fmla="*/ 241028 w 656213"/>
                <a:gd name="connsiteY30" fmla="*/ 9470 h 987463"/>
                <a:gd name="connsiteX31" fmla="*/ 299653 w 656213"/>
                <a:gd name="connsiteY31" fmla="*/ 1023 h 987463"/>
                <a:gd name="connsiteX32" fmla="*/ 421667 w 656213"/>
                <a:gd name="connsiteY32" fmla="*/ 30150 h 987463"/>
                <a:gd name="connsiteX0" fmla="*/ 367651 w 656213"/>
                <a:gd name="connsiteY0" fmla="*/ 26978 h 988841"/>
                <a:gd name="connsiteX1" fmla="*/ 445034 w 656213"/>
                <a:gd name="connsiteY1" fmla="*/ 160972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83052 w 656213"/>
                <a:gd name="connsiteY15" fmla="*/ 953231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99653 w 656213"/>
                <a:gd name="connsiteY31" fmla="*/ 2401 h 988841"/>
                <a:gd name="connsiteX32" fmla="*/ 367651 w 656213"/>
                <a:gd name="connsiteY32" fmla="*/ 26978 h 988841"/>
                <a:gd name="connsiteX0" fmla="*/ 367651 w 656213"/>
                <a:gd name="connsiteY0" fmla="*/ 26978 h 988841"/>
                <a:gd name="connsiteX1" fmla="*/ 456210 w 656213"/>
                <a:gd name="connsiteY1" fmla="*/ 151873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83052 w 656213"/>
                <a:gd name="connsiteY15" fmla="*/ 953231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99653 w 656213"/>
                <a:gd name="connsiteY31" fmla="*/ 2401 h 988841"/>
                <a:gd name="connsiteX32" fmla="*/ 367651 w 656213"/>
                <a:gd name="connsiteY32" fmla="*/ 26978 h 988841"/>
                <a:gd name="connsiteX0" fmla="*/ 367651 w 656213"/>
                <a:gd name="connsiteY0" fmla="*/ 26978 h 997868"/>
                <a:gd name="connsiteX1" fmla="*/ 456210 w 656213"/>
                <a:gd name="connsiteY1" fmla="*/ 151873 h 997868"/>
                <a:gd name="connsiteX2" fmla="*/ 480369 w 656213"/>
                <a:gd name="connsiteY2" fmla="*/ 208949 h 997868"/>
                <a:gd name="connsiteX3" fmla="*/ 511552 w 656213"/>
                <a:gd name="connsiteY3" fmla="*/ 255404 h 997868"/>
                <a:gd name="connsiteX4" fmla="*/ 567447 w 656213"/>
                <a:gd name="connsiteY4" fmla="*/ 278839 h 997868"/>
                <a:gd name="connsiteX5" fmla="*/ 602479 w 656213"/>
                <a:gd name="connsiteY5" fmla="*/ 336188 h 997868"/>
                <a:gd name="connsiteX6" fmla="*/ 617846 w 656213"/>
                <a:gd name="connsiteY6" fmla="*/ 416420 h 997868"/>
                <a:gd name="connsiteX7" fmla="*/ 650984 w 656213"/>
                <a:gd name="connsiteY7" fmla="*/ 532771 h 997868"/>
                <a:gd name="connsiteX8" fmla="*/ 655168 w 656213"/>
                <a:gd name="connsiteY8" fmla="*/ 638230 h 997868"/>
                <a:gd name="connsiteX9" fmla="*/ 641036 w 656213"/>
                <a:gd name="connsiteY9" fmla="*/ 757476 h 997868"/>
                <a:gd name="connsiteX10" fmla="*/ 597637 w 656213"/>
                <a:gd name="connsiteY10" fmla="*/ 900157 h 997868"/>
                <a:gd name="connsiteX11" fmla="*/ 535154 w 656213"/>
                <a:gd name="connsiteY11" fmla="*/ 969224 h 997868"/>
                <a:gd name="connsiteX12" fmla="*/ 437431 w 656213"/>
                <a:gd name="connsiteY12" fmla="*/ 983698 h 997868"/>
                <a:gd name="connsiteX13" fmla="*/ 320773 w 656213"/>
                <a:gd name="connsiteY13" fmla="*/ 986179 h 997868"/>
                <a:gd name="connsiteX14" fmla="*/ 185036 w 656213"/>
                <a:gd name="connsiteY14" fmla="*/ 978184 h 997868"/>
                <a:gd name="connsiteX15" fmla="*/ 96090 w 656213"/>
                <a:gd name="connsiteY15" fmla="*/ 985076 h 997868"/>
                <a:gd name="connsiteX16" fmla="*/ 36717 w 656213"/>
                <a:gd name="connsiteY16" fmla="*/ 865417 h 997868"/>
                <a:gd name="connsiteX17" fmla="*/ 3594 w 656213"/>
                <a:gd name="connsiteY17" fmla="*/ 742038 h 997868"/>
                <a:gd name="connsiteX18" fmla="*/ 2022 w 656213"/>
                <a:gd name="connsiteY18" fmla="*/ 635060 h 997868"/>
                <a:gd name="connsiteX19" fmla="*/ 13654 w 656213"/>
                <a:gd name="connsiteY19" fmla="*/ 534562 h 997868"/>
                <a:gd name="connsiteX20" fmla="*/ 30725 w 656213"/>
                <a:gd name="connsiteY20" fmla="*/ 460258 h 997868"/>
                <a:gd name="connsiteX21" fmla="*/ 60758 w 656213"/>
                <a:gd name="connsiteY21" fmla="*/ 408700 h 997868"/>
                <a:gd name="connsiteX22" fmla="*/ 96453 w 656213"/>
                <a:gd name="connsiteY22" fmla="*/ 366515 h 997868"/>
                <a:gd name="connsiteX23" fmla="*/ 115310 w 656213"/>
                <a:gd name="connsiteY23" fmla="*/ 356316 h 997868"/>
                <a:gd name="connsiteX24" fmla="*/ 130364 w 656213"/>
                <a:gd name="connsiteY24" fmla="*/ 287109 h 997868"/>
                <a:gd name="connsiteX25" fmla="*/ 139015 w 656213"/>
                <a:gd name="connsiteY25" fmla="*/ 250925 h 997868"/>
                <a:gd name="connsiteX26" fmla="*/ 151085 w 656213"/>
                <a:gd name="connsiteY26" fmla="*/ 181650 h 997868"/>
                <a:gd name="connsiteX27" fmla="*/ 171727 w 656213"/>
                <a:gd name="connsiteY27" fmla="*/ 148979 h 997868"/>
                <a:gd name="connsiteX28" fmla="*/ 184919 w 656213"/>
                <a:gd name="connsiteY28" fmla="*/ 102935 h 997868"/>
                <a:gd name="connsiteX29" fmla="*/ 216737 w 656213"/>
                <a:gd name="connsiteY29" fmla="*/ 47379 h 997868"/>
                <a:gd name="connsiteX30" fmla="*/ 241028 w 656213"/>
                <a:gd name="connsiteY30" fmla="*/ 10848 h 997868"/>
                <a:gd name="connsiteX31" fmla="*/ 299653 w 656213"/>
                <a:gd name="connsiteY31" fmla="*/ 2401 h 997868"/>
                <a:gd name="connsiteX32" fmla="*/ 367651 w 656213"/>
                <a:gd name="connsiteY32" fmla="*/ 26978 h 997868"/>
                <a:gd name="connsiteX0" fmla="*/ 367651 w 656213"/>
                <a:gd name="connsiteY0" fmla="*/ 26978 h 988841"/>
                <a:gd name="connsiteX1" fmla="*/ 456210 w 656213"/>
                <a:gd name="connsiteY1" fmla="*/ 151873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96090 w 656213"/>
                <a:gd name="connsiteY15" fmla="*/ 985076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99653 w 656213"/>
                <a:gd name="connsiteY31" fmla="*/ 2401 h 988841"/>
                <a:gd name="connsiteX32" fmla="*/ 367651 w 656213"/>
                <a:gd name="connsiteY32" fmla="*/ 26978 h 988841"/>
                <a:gd name="connsiteX0" fmla="*/ 367651 w 656213"/>
                <a:gd name="connsiteY0" fmla="*/ 26978 h 988841"/>
                <a:gd name="connsiteX1" fmla="*/ 456210 w 656213"/>
                <a:gd name="connsiteY1" fmla="*/ 151873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97953 w 656213"/>
                <a:gd name="connsiteY15" fmla="*/ 971428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99653 w 656213"/>
                <a:gd name="connsiteY31" fmla="*/ 2401 h 988841"/>
                <a:gd name="connsiteX32" fmla="*/ 367651 w 656213"/>
                <a:gd name="connsiteY32" fmla="*/ 26978 h 988841"/>
                <a:gd name="connsiteX0" fmla="*/ 367651 w 656213"/>
                <a:gd name="connsiteY0" fmla="*/ 26978 h 988841"/>
                <a:gd name="connsiteX1" fmla="*/ 456210 w 656213"/>
                <a:gd name="connsiteY1" fmla="*/ 151873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97953 w 656213"/>
                <a:gd name="connsiteY15" fmla="*/ 971428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99653 w 656213"/>
                <a:gd name="connsiteY31" fmla="*/ 2401 h 988841"/>
                <a:gd name="connsiteX32" fmla="*/ 367651 w 656213"/>
                <a:gd name="connsiteY32" fmla="*/ 26978 h 988841"/>
                <a:gd name="connsiteX0" fmla="*/ 367651 w 656213"/>
                <a:gd name="connsiteY0" fmla="*/ 26978 h 988841"/>
                <a:gd name="connsiteX1" fmla="*/ 456210 w 656213"/>
                <a:gd name="connsiteY1" fmla="*/ 151873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97953 w 656213"/>
                <a:gd name="connsiteY15" fmla="*/ 971428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99653 w 656213"/>
                <a:gd name="connsiteY31" fmla="*/ 2401 h 988841"/>
                <a:gd name="connsiteX32" fmla="*/ 367651 w 656213"/>
                <a:gd name="connsiteY32" fmla="*/ 26978 h 988841"/>
                <a:gd name="connsiteX0" fmla="*/ 367651 w 656213"/>
                <a:gd name="connsiteY0" fmla="*/ 24351 h 986214"/>
                <a:gd name="connsiteX1" fmla="*/ 456210 w 656213"/>
                <a:gd name="connsiteY1" fmla="*/ 149246 h 986214"/>
                <a:gd name="connsiteX2" fmla="*/ 480369 w 656213"/>
                <a:gd name="connsiteY2" fmla="*/ 206322 h 986214"/>
                <a:gd name="connsiteX3" fmla="*/ 511552 w 656213"/>
                <a:gd name="connsiteY3" fmla="*/ 252777 h 986214"/>
                <a:gd name="connsiteX4" fmla="*/ 567447 w 656213"/>
                <a:gd name="connsiteY4" fmla="*/ 276212 h 986214"/>
                <a:gd name="connsiteX5" fmla="*/ 602479 w 656213"/>
                <a:gd name="connsiteY5" fmla="*/ 333561 h 986214"/>
                <a:gd name="connsiteX6" fmla="*/ 617846 w 656213"/>
                <a:gd name="connsiteY6" fmla="*/ 413793 h 986214"/>
                <a:gd name="connsiteX7" fmla="*/ 650984 w 656213"/>
                <a:gd name="connsiteY7" fmla="*/ 530144 h 986214"/>
                <a:gd name="connsiteX8" fmla="*/ 655168 w 656213"/>
                <a:gd name="connsiteY8" fmla="*/ 635603 h 986214"/>
                <a:gd name="connsiteX9" fmla="*/ 641036 w 656213"/>
                <a:gd name="connsiteY9" fmla="*/ 754849 h 986214"/>
                <a:gd name="connsiteX10" fmla="*/ 597637 w 656213"/>
                <a:gd name="connsiteY10" fmla="*/ 897530 h 986214"/>
                <a:gd name="connsiteX11" fmla="*/ 535154 w 656213"/>
                <a:gd name="connsiteY11" fmla="*/ 966597 h 986214"/>
                <a:gd name="connsiteX12" fmla="*/ 437431 w 656213"/>
                <a:gd name="connsiteY12" fmla="*/ 981071 h 986214"/>
                <a:gd name="connsiteX13" fmla="*/ 320773 w 656213"/>
                <a:gd name="connsiteY13" fmla="*/ 983552 h 986214"/>
                <a:gd name="connsiteX14" fmla="*/ 185036 w 656213"/>
                <a:gd name="connsiteY14" fmla="*/ 975557 h 986214"/>
                <a:gd name="connsiteX15" fmla="*/ 97953 w 656213"/>
                <a:gd name="connsiteY15" fmla="*/ 968801 h 986214"/>
                <a:gd name="connsiteX16" fmla="*/ 36717 w 656213"/>
                <a:gd name="connsiteY16" fmla="*/ 862790 h 986214"/>
                <a:gd name="connsiteX17" fmla="*/ 3594 w 656213"/>
                <a:gd name="connsiteY17" fmla="*/ 739411 h 986214"/>
                <a:gd name="connsiteX18" fmla="*/ 2022 w 656213"/>
                <a:gd name="connsiteY18" fmla="*/ 632433 h 986214"/>
                <a:gd name="connsiteX19" fmla="*/ 13654 w 656213"/>
                <a:gd name="connsiteY19" fmla="*/ 531935 h 986214"/>
                <a:gd name="connsiteX20" fmla="*/ 30725 w 656213"/>
                <a:gd name="connsiteY20" fmla="*/ 457631 h 986214"/>
                <a:gd name="connsiteX21" fmla="*/ 60758 w 656213"/>
                <a:gd name="connsiteY21" fmla="*/ 406073 h 986214"/>
                <a:gd name="connsiteX22" fmla="*/ 96453 w 656213"/>
                <a:gd name="connsiteY22" fmla="*/ 363888 h 986214"/>
                <a:gd name="connsiteX23" fmla="*/ 115310 w 656213"/>
                <a:gd name="connsiteY23" fmla="*/ 353689 h 986214"/>
                <a:gd name="connsiteX24" fmla="*/ 130364 w 656213"/>
                <a:gd name="connsiteY24" fmla="*/ 284482 h 986214"/>
                <a:gd name="connsiteX25" fmla="*/ 139015 w 656213"/>
                <a:gd name="connsiteY25" fmla="*/ 248298 h 986214"/>
                <a:gd name="connsiteX26" fmla="*/ 151085 w 656213"/>
                <a:gd name="connsiteY26" fmla="*/ 179023 h 986214"/>
                <a:gd name="connsiteX27" fmla="*/ 171727 w 656213"/>
                <a:gd name="connsiteY27" fmla="*/ 146352 h 986214"/>
                <a:gd name="connsiteX28" fmla="*/ 184919 w 656213"/>
                <a:gd name="connsiteY28" fmla="*/ 100308 h 986214"/>
                <a:gd name="connsiteX29" fmla="*/ 216737 w 656213"/>
                <a:gd name="connsiteY29" fmla="*/ 44752 h 986214"/>
                <a:gd name="connsiteX30" fmla="*/ 241028 w 656213"/>
                <a:gd name="connsiteY30" fmla="*/ 8221 h 986214"/>
                <a:gd name="connsiteX31" fmla="*/ 318280 w 656213"/>
                <a:gd name="connsiteY31" fmla="*/ 4324 h 986214"/>
                <a:gd name="connsiteX32" fmla="*/ 367651 w 656213"/>
                <a:gd name="connsiteY32" fmla="*/ 24351 h 986214"/>
                <a:gd name="connsiteX0" fmla="*/ 367651 w 656213"/>
                <a:gd name="connsiteY0" fmla="*/ 26978 h 988841"/>
                <a:gd name="connsiteX1" fmla="*/ 456210 w 656213"/>
                <a:gd name="connsiteY1" fmla="*/ 151873 h 988841"/>
                <a:gd name="connsiteX2" fmla="*/ 480369 w 656213"/>
                <a:gd name="connsiteY2" fmla="*/ 208949 h 988841"/>
                <a:gd name="connsiteX3" fmla="*/ 511552 w 656213"/>
                <a:gd name="connsiteY3" fmla="*/ 255404 h 988841"/>
                <a:gd name="connsiteX4" fmla="*/ 567447 w 656213"/>
                <a:gd name="connsiteY4" fmla="*/ 278839 h 988841"/>
                <a:gd name="connsiteX5" fmla="*/ 602479 w 656213"/>
                <a:gd name="connsiteY5" fmla="*/ 336188 h 988841"/>
                <a:gd name="connsiteX6" fmla="*/ 617846 w 656213"/>
                <a:gd name="connsiteY6" fmla="*/ 416420 h 988841"/>
                <a:gd name="connsiteX7" fmla="*/ 650984 w 656213"/>
                <a:gd name="connsiteY7" fmla="*/ 532771 h 988841"/>
                <a:gd name="connsiteX8" fmla="*/ 655168 w 656213"/>
                <a:gd name="connsiteY8" fmla="*/ 638230 h 988841"/>
                <a:gd name="connsiteX9" fmla="*/ 641036 w 656213"/>
                <a:gd name="connsiteY9" fmla="*/ 757476 h 988841"/>
                <a:gd name="connsiteX10" fmla="*/ 597637 w 656213"/>
                <a:gd name="connsiteY10" fmla="*/ 900157 h 988841"/>
                <a:gd name="connsiteX11" fmla="*/ 535154 w 656213"/>
                <a:gd name="connsiteY11" fmla="*/ 969224 h 988841"/>
                <a:gd name="connsiteX12" fmla="*/ 437431 w 656213"/>
                <a:gd name="connsiteY12" fmla="*/ 983698 h 988841"/>
                <a:gd name="connsiteX13" fmla="*/ 320773 w 656213"/>
                <a:gd name="connsiteY13" fmla="*/ 986179 h 988841"/>
                <a:gd name="connsiteX14" fmla="*/ 185036 w 656213"/>
                <a:gd name="connsiteY14" fmla="*/ 978184 h 988841"/>
                <a:gd name="connsiteX15" fmla="*/ 97953 w 656213"/>
                <a:gd name="connsiteY15" fmla="*/ 971428 h 988841"/>
                <a:gd name="connsiteX16" fmla="*/ 36717 w 656213"/>
                <a:gd name="connsiteY16" fmla="*/ 865417 h 988841"/>
                <a:gd name="connsiteX17" fmla="*/ 3594 w 656213"/>
                <a:gd name="connsiteY17" fmla="*/ 742038 h 988841"/>
                <a:gd name="connsiteX18" fmla="*/ 2022 w 656213"/>
                <a:gd name="connsiteY18" fmla="*/ 635060 h 988841"/>
                <a:gd name="connsiteX19" fmla="*/ 13654 w 656213"/>
                <a:gd name="connsiteY19" fmla="*/ 534562 h 988841"/>
                <a:gd name="connsiteX20" fmla="*/ 30725 w 656213"/>
                <a:gd name="connsiteY20" fmla="*/ 460258 h 988841"/>
                <a:gd name="connsiteX21" fmla="*/ 60758 w 656213"/>
                <a:gd name="connsiteY21" fmla="*/ 408700 h 988841"/>
                <a:gd name="connsiteX22" fmla="*/ 96453 w 656213"/>
                <a:gd name="connsiteY22" fmla="*/ 366515 h 988841"/>
                <a:gd name="connsiteX23" fmla="*/ 115310 w 656213"/>
                <a:gd name="connsiteY23" fmla="*/ 356316 h 988841"/>
                <a:gd name="connsiteX24" fmla="*/ 130364 w 656213"/>
                <a:gd name="connsiteY24" fmla="*/ 287109 h 988841"/>
                <a:gd name="connsiteX25" fmla="*/ 139015 w 656213"/>
                <a:gd name="connsiteY25" fmla="*/ 250925 h 988841"/>
                <a:gd name="connsiteX26" fmla="*/ 151085 w 656213"/>
                <a:gd name="connsiteY26" fmla="*/ 181650 h 988841"/>
                <a:gd name="connsiteX27" fmla="*/ 171727 w 656213"/>
                <a:gd name="connsiteY27" fmla="*/ 148979 h 988841"/>
                <a:gd name="connsiteX28" fmla="*/ 184919 w 656213"/>
                <a:gd name="connsiteY28" fmla="*/ 102935 h 988841"/>
                <a:gd name="connsiteX29" fmla="*/ 216737 w 656213"/>
                <a:gd name="connsiteY29" fmla="*/ 47379 h 988841"/>
                <a:gd name="connsiteX30" fmla="*/ 241028 w 656213"/>
                <a:gd name="connsiteY30" fmla="*/ 10848 h 988841"/>
                <a:gd name="connsiteX31" fmla="*/ 286616 w 656213"/>
                <a:gd name="connsiteY31" fmla="*/ 2402 h 988841"/>
                <a:gd name="connsiteX32" fmla="*/ 367651 w 656213"/>
                <a:gd name="connsiteY32" fmla="*/ 26978 h 988841"/>
                <a:gd name="connsiteX0" fmla="*/ 390003 w 656213"/>
                <a:gd name="connsiteY0" fmla="*/ 51879 h 986446"/>
                <a:gd name="connsiteX1" fmla="*/ 456210 w 656213"/>
                <a:gd name="connsiteY1" fmla="*/ 149478 h 986446"/>
                <a:gd name="connsiteX2" fmla="*/ 480369 w 656213"/>
                <a:gd name="connsiteY2" fmla="*/ 206554 h 986446"/>
                <a:gd name="connsiteX3" fmla="*/ 511552 w 656213"/>
                <a:gd name="connsiteY3" fmla="*/ 253009 h 986446"/>
                <a:gd name="connsiteX4" fmla="*/ 567447 w 656213"/>
                <a:gd name="connsiteY4" fmla="*/ 276444 h 986446"/>
                <a:gd name="connsiteX5" fmla="*/ 602479 w 656213"/>
                <a:gd name="connsiteY5" fmla="*/ 333793 h 986446"/>
                <a:gd name="connsiteX6" fmla="*/ 617846 w 656213"/>
                <a:gd name="connsiteY6" fmla="*/ 414025 h 986446"/>
                <a:gd name="connsiteX7" fmla="*/ 650984 w 656213"/>
                <a:gd name="connsiteY7" fmla="*/ 530376 h 986446"/>
                <a:gd name="connsiteX8" fmla="*/ 655168 w 656213"/>
                <a:gd name="connsiteY8" fmla="*/ 635835 h 986446"/>
                <a:gd name="connsiteX9" fmla="*/ 641036 w 656213"/>
                <a:gd name="connsiteY9" fmla="*/ 755081 h 986446"/>
                <a:gd name="connsiteX10" fmla="*/ 597637 w 656213"/>
                <a:gd name="connsiteY10" fmla="*/ 897762 h 986446"/>
                <a:gd name="connsiteX11" fmla="*/ 535154 w 656213"/>
                <a:gd name="connsiteY11" fmla="*/ 966829 h 986446"/>
                <a:gd name="connsiteX12" fmla="*/ 437431 w 656213"/>
                <a:gd name="connsiteY12" fmla="*/ 981303 h 986446"/>
                <a:gd name="connsiteX13" fmla="*/ 320773 w 656213"/>
                <a:gd name="connsiteY13" fmla="*/ 983784 h 986446"/>
                <a:gd name="connsiteX14" fmla="*/ 185036 w 656213"/>
                <a:gd name="connsiteY14" fmla="*/ 975789 h 986446"/>
                <a:gd name="connsiteX15" fmla="*/ 97953 w 656213"/>
                <a:gd name="connsiteY15" fmla="*/ 969033 h 986446"/>
                <a:gd name="connsiteX16" fmla="*/ 36717 w 656213"/>
                <a:gd name="connsiteY16" fmla="*/ 863022 h 986446"/>
                <a:gd name="connsiteX17" fmla="*/ 3594 w 656213"/>
                <a:gd name="connsiteY17" fmla="*/ 739643 h 986446"/>
                <a:gd name="connsiteX18" fmla="*/ 2022 w 656213"/>
                <a:gd name="connsiteY18" fmla="*/ 632665 h 986446"/>
                <a:gd name="connsiteX19" fmla="*/ 13654 w 656213"/>
                <a:gd name="connsiteY19" fmla="*/ 532167 h 986446"/>
                <a:gd name="connsiteX20" fmla="*/ 30725 w 656213"/>
                <a:gd name="connsiteY20" fmla="*/ 457863 h 986446"/>
                <a:gd name="connsiteX21" fmla="*/ 60758 w 656213"/>
                <a:gd name="connsiteY21" fmla="*/ 406305 h 986446"/>
                <a:gd name="connsiteX22" fmla="*/ 96453 w 656213"/>
                <a:gd name="connsiteY22" fmla="*/ 364120 h 986446"/>
                <a:gd name="connsiteX23" fmla="*/ 115310 w 656213"/>
                <a:gd name="connsiteY23" fmla="*/ 353921 h 986446"/>
                <a:gd name="connsiteX24" fmla="*/ 130364 w 656213"/>
                <a:gd name="connsiteY24" fmla="*/ 284714 h 986446"/>
                <a:gd name="connsiteX25" fmla="*/ 139015 w 656213"/>
                <a:gd name="connsiteY25" fmla="*/ 248530 h 986446"/>
                <a:gd name="connsiteX26" fmla="*/ 151085 w 656213"/>
                <a:gd name="connsiteY26" fmla="*/ 179255 h 986446"/>
                <a:gd name="connsiteX27" fmla="*/ 171727 w 656213"/>
                <a:gd name="connsiteY27" fmla="*/ 146584 h 986446"/>
                <a:gd name="connsiteX28" fmla="*/ 184919 w 656213"/>
                <a:gd name="connsiteY28" fmla="*/ 100540 h 986446"/>
                <a:gd name="connsiteX29" fmla="*/ 216737 w 656213"/>
                <a:gd name="connsiteY29" fmla="*/ 44984 h 986446"/>
                <a:gd name="connsiteX30" fmla="*/ 241028 w 656213"/>
                <a:gd name="connsiteY30" fmla="*/ 8453 h 986446"/>
                <a:gd name="connsiteX31" fmla="*/ 286616 w 656213"/>
                <a:gd name="connsiteY31" fmla="*/ 7 h 986446"/>
                <a:gd name="connsiteX32" fmla="*/ 390003 w 656213"/>
                <a:gd name="connsiteY32" fmla="*/ 51879 h 986446"/>
                <a:gd name="connsiteX0" fmla="*/ 390003 w 656213"/>
                <a:gd name="connsiteY0" fmla="*/ 51872 h 986439"/>
                <a:gd name="connsiteX1" fmla="*/ 456210 w 656213"/>
                <a:gd name="connsiteY1" fmla="*/ 1494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90003 w 656213"/>
                <a:gd name="connsiteY32" fmla="*/ 51872 h 986439"/>
                <a:gd name="connsiteX0" fmla="*/ 390003 w 656213"/>
                <a:gd name="connsiteY0" fmla="*/ 51872 h 986439"/>
                <a:gd name="connsiteX1" fmla="*/ 456210 w 656213"/>
                <a:gd name="connsiteY1" fmla="*/ 1494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90003 w 656213"/>
                <a:gd name="connsiteY32" fmla="*/ 51872 h 986439"/>
                <a:gd name="connsiteX0" fmla="*/ 390003 w 656213"/>
                <a:gd name="connsiteY0" fmla="*/ 51872 h 986439"/>
                <a:gd name="connsiteX1" fmla="*/ 456210 w 656213"/>
                <a:gd name="connsiteY1" fmla="*/ 1494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90003 w 656213"/>
                <a:gd name="connsiteY32" fmla="*/ 51872 h 986439"/>
                <a:gd name="connsiteX0" fmla="*/ 390003 w 656213"/>
                <a:gd name="connsiteY0" fmla="*/ 51872 h 986439"/>
                <a:gd name="connsiteX1" fmla="*/ 456210 w 656213"/>
                <a:gd name="connsiteY1" fmla="*/ 1494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90003 w 656213"/>
                <a:gd name="connsiteY32" fmla="*/ 51872 h 986439"/>
                <a:gd name="connsiteX0" fmla="*/ 384415 w 656213"/>
                <a:gd name="connsiteY0" fmla="*/ 42773 h 986439"/>
                <a:gd name="connsiteX1" fmla="*/ 456210 w 656213"/>
                <a:gd name="connsiteY1" fmla="*/ 1494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80369 w 656213"/>
                <a:gd name="connsiteY2" fmla="*/ 2065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77769 w 656213"/>
                <a:gd name="connsiteY2" fmla="*/ 2446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77769 w 656213"/>
                <a:gd name="connsiteY2" fmla="*/ 244647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79069 w 656213"/>
                <a:gd name="connsiteY2" fmla="*/ 273222 h 986439"/>
                <a:gd name="connsiteX3" fmla="*/ 511552 w 656213"/>
                <a:gd name="connsiteY3" fmla="*/ 253002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79069 w 656213"/>
                <a:gd name="connsiteY2" fmla="*/ 273222 h 986439"/>
                <a:gd name="connsiteX3" fmla="*/ 518052 w 656213"/>
                <a:gd name="connsiteY3" fmla="*/ 281577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79069 w 656213"/>
                <a:gd name="connsiteY2" fmla="*/ 273222 h 986439"/>
                <a:gd name="connsiteX3" fmla="*/ 518052 w 656213"/>
                <a:gd name="connsiteY3" fmla="*/ 281577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84269 w 656213"/>
                <a:gd name="connsiteY2" fmla="*/ 273222 h 986439"/>
                <a:gd name="connsiteX3" fmla="*/ 518052 w 656213"/>
                <a:gd name="connsiteY3" fmla="*/ 281577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92069 w 656213"/>
                <a:gd name="connsiteY2" fmla="*/ 273222 h 986439"/>
                <a:gd name="connsiteX3" fmla="*/ 518052 w 656213"/>
                <a:gd name="connsiteY3" fmla="*/ 281577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92069 w 656213"/>
                <a:gd name="connsiteY2" fmla="*/ 273222 h 986439"/>
                <a:gd name="connsiteX3" fmla="*/ 518052 w 656213"/>
                <a:gd name="connsiteY3" fmla="*/ 281577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92069 w 656213"/>
                <a:gd name="connsiteY2" fmla="*/ 273222 h 986439"/>
                <a:gd name="connsiteX3" fmla="*/ 518052 w 656213"/>
                <a:gd name="connsiteY3" fmla="*/ 281577 h 986439"/>
                <a:gd name="connsiteX4" fmla="*/ 567447 w 656213"/>
                <a:gd name="connsiteY4" fmla="*/ 27643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92069 w 656213"/>
                <a:gd name="connsiteY2" fmla="*/ 273222 h 986439"/>
                <a:gd name="connsiteX3" fmla="*/ 518052 w 656213"/>
                <a:gd name="connsiteY3" fmla="*/ 281577 h 986439"/>
                <a:gd name="connsiteX4" fmla="*/ 564847 w 656213"/>
                <a:gd name="connsiteY4" fmla="*/ 30818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92069 w 656213"/>
                <a:gd name="connsiteY2" fmla="*/ 273222 h 986439"/>
                <a:gd name="connsiteX3" fmla="*/ 518052 w 656213"/>
                <a:gd name="connsiteY3" fmla="*/ 281577 h 986439"/>
                <a:gd name="connsiteX4" fmla="*/ 564847 w 656213"/>
                <a:gd name="connsiteY4" fmla="*/ 308187 h 986439"/>
                <a:gd name="connsiteX5" fmla="*/ 602479 w 656213"/>
                <a:gd name="connsiteY5" fmla="*/ 333786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6213"/>
                <a:gd name="connsiteY0" fmla="*/ 42773 h 986439"/>
                <a:gd name="connsiteX1" fmla="*/ 454910 w 656213"/>
                <a:gd name="connsiteY1" fmla="*/ 174871 h 986439"/>
                <a:gd name="connsiteX2" fmla="*/ 492069 w 656213"/>
                <a:gd name="connsiteY2" fmla="*/ 273222 h 986439"/>
                <a:gd name="connsiteX3" fmla="*/ 518052 w 656213"/>
                <a:gd name="connsiteY3" fmla="*/ 281577 h 986439"/>
                <a:gd name="connsiteX4" fmla="*/ 564847 w 656213"/>
                <a:gd name="connsiteY4" fmla="*/ 308187 h 986439"/>
                <a:gd name="connsiteX5" fmla="*/ 594679 w 656213"/>
                <a:gd name="connsiteY5" fmla="*/ 356011 h 986439"/>
                <a:gd name="connsiteX6" fmla="*/ 617846 w 656213"/>
                <a:gd name="connsiteY6" fmla="*/ 414018 h 986439"/>
                <a:gd name="connsiteX7" fmla="*/ 650984 w 656213"/>
                <a:gd name="connsiteY7" fmla="*/ 530369 h 986439"/>
                <a:gd name="connsiteX8" fmla="*/ 655168 w 656213"/>
                <a:gd name="connsiteY8" fmla="*/ 635828 h 986439"/>
                <a:gd name="connsiteX9" fmla="*/ 641036 w 656213"/>
                <a:gd name="connsiteY9" fmla="*/ 755074 h 986439"/>
                <a:gd name="connsiteX10" fmla="*/ 597637 w 656213"/>
                <a:gd name="connsiteY10" fmla="*/ 897755 h 986439"/>
                <a:gd name="connsiteX11" fmla="*/ 535154 w 656213"/>
                <a:gd name="connsiteY11" fmla="*/ 966822 h 986439"/>
                <a:gd name="connsiteX12" fmla="*/ 437431 w 656213"/>
                <a:gd name="connsiteY12" fmla="*/ 981296 h 986439"/>
                <a:gd name="connsiteX13" fmla="*/ 320773 w 656213"/>
                <a:gd name="connsiteY13" fmla="*/ 983777 h 986439"/>
                <a:gd name="connsiteX14" fmla="*/ 185036 w 656213"/>
                <a:gd name="connsiteY14" fmla="*/ 975782 h 986439"/>
                <a:gd name="connsiteX15" fmla="*/ 97953 w 656213"/>
                <a:gd name="connsiteY15" fmla="*/ 969026 h 986439"/>
                <a:gd name="connsiteX16" fmla="*/ 36717 w 656213"/>
                <a:gd name="connsiteY16" fmla="*/ 863015 h 986439"/>
                <a:gd name="connsiteX17" fmla="*/ 3594 w 656213"/>
                <a:gd name="connsiteY17" fmla="*/ 739636 h 986439"/>
                <a:gd name="connsiteX18" fmla="*/ 2022 w 656213"/>
                <a:gd name="connsiteY18" fmla="*/ 632658 h 986439"/>
                <a:gd name="connsiteX19" fmla="*/ 13654 w 656213"/>
                <a:gd name="connsiteY19" fmla="*/ 532160 h 986439"/>
                <a:gd name="connsiteX20" fmla="*/ 30725 w 656213"/>
                <a:gd name="connsiteY20" fmla="*/ 457856 h 986439"/>
                <a:gd name="connsiteX21" fmla="*/ 60758 w 656213"/>
                <a:gd name="connsiteY21" fmla="*/ 406298 h 986439"/>
                <a:gd name="connsiteX22" fmla="*/ 96453 w 656213"/>
                <a:gd name="connsiteY22" fmla="*/ 364113 h 986439"/>
                <a:gd name="connsiteX23" fmla="*/ 115310 w 656213"/>
                <a:gd name="connsiteY23" fmla="*/ 353914 h 986439"/>
                <a:gd name="connsiteX24" fmla="*/ 130364 w 656213"/>
                <a:gd name="connsiteY24" fmla="*/ 284707 h 986439"/>
                <a:gd name="connsiteX25" fmla="*/ 139015 w 656213"/>
                <a:gd name="connsiteY25" fmla="*/ 248523 h 986439"/>
                <a:gd name="connsiteX26" fmla="*/ 151085 w 656213"/>
                <a:gd name="connsiteY26" fmla="*/ 179248 h 986439"/>
                <a:gd name="connsiteX27" fmla="*/ 171727 w 656213"/>
                <a:gd name="connsiteY27" fmla="*/ 146577 h 986439"/>
                <a:gd name="connsiteX28" fmla="*/ 184919 w 656213"/>
                <a:gd name="connsiteY28" fmla="*/ 100533 h 986439"/>
                <a:gd name="connsiteX29" fmla="*/ 216737 w 656213"/>
                <a:gd name="connsiteY29" fmla="*/ 44977 h 986439"/>
                <a:gd name="connsiteX30" fmla="*/ 241028 w 656213"/>
                <a:gd name="connsiteY30" fmla="*/ 8446 h 986439"/>
                <a:gd name="connsiteX31" fmla="*/ 286616 w 656213"/>
                <a:gd name="connsiteY31" fmla="*/ 0 h 986439"/>
                <a:gd name="connsiteX32" fmla="*/ 384415 w 656213"/>
                <a:gd name="connsiteY32" fmla="*/ 42773 h 986439"/>
                <a:gd name="connsiteX0" fmla="*/ 384415 w 655182"/>
                <a:gd name="connsiteY0" fmla="*/ 42773 h 986439"/>
                <a:gd name="connsiteX1" fmla="*/ 454910 w 655182"/>
                <a:gd name="connsiteY1" fmla="*/ 174871 h 986439"/>
                <a:gd name="connsiteX2" fmla="*/ 492069 w 655182"/>
                <a:gd name="connsiteY2" fmla="*/ 273222 h 986439"/>
                <a:gd name="connsiteX3" fmla="*/ 518052 w 655182"/>
                <a:gd name="connsiteY3" fmla="*/ 281577 h 986439"/>
                <a:gd name="connsiteX4" fmla="*/ 564847 w 655182"/>
                <a:gd name="connsiteY4" fmla="*/ 308187 h 986439"/>
                <a:gd name="connsiteX5" fmla="*/ 594679 w 655182"/>
                <a:gd name="connsiteY5" fmla="*/ 356011 h 986439"/>
                <a:gd name="connsiteX6" fmla="*/ 617846 w 655182"/>
                <a:gd name="connsiteY6" fmla="*/ 414018 h 986439"/>
                <a:gd name="connsiteX7" fmla="*/ 643184 w 655182"/>
                <a:gd name="connsiteY7" fmla="*/ 524019 h 986439"/>
                <a:gd name="connsiteX8" fmla="*/ 655168 w 655182"/>
                <a:gd name="connsiteY8" fmla="*/ 635828 h 986439"/>
                <a:gd name="connsiteX9" fmla="*/ 641036 w 655182"/>
                <a:gd name="connsiteY9" fmla="*/ 755074 h 986439"/>
                <a:gd name="connsiteX10" fmla="*/ 597637 w 655182"/>
                <a:gd name="connsiteY10" fmla="*/ 897755 h 986439"/>
                <a:gd name="connsiteX11" fmla="*/ 535154 w 655182"/>
                <a:gd name="connsiteY11" fmla="*/ 966822 h 986439"/>
                <a:gd name="connsiteX12" fmla="*/ 437431 w 655182"/>
                <a:gd name="connsiteY12" fmla="*/ 981296 h 986439"/>
                <a:gd name="connsiteX13" fmla="*/ 320773 w 655182"/>
                <a:gd name="connsiteY13" fmla="*/ 983777 h 986439"/>
                <a:gd name="connsiteX14" fmla="*/ 185036 w 655182"/>
                <a:gd name="connsiteY14" fmla="*/ 975782 h 986439"/>
                <a:gd name="connsiteX15" fmla="*/ 97953 w 655182"/>
                <a:gd name="connsiteY15" fmla="*/ 969026 h 986439"/>
                <a:gd name="connsiteX16" fmla="*/ 36717 w 655182"/>
                <a:gd name="connsiteY16" fmla="*/ 863015 h 986439"/>
                <a:gd name="connsiteX17" fmla="*/ 3594 w 655182"/>
                <a:gd name="connsiteY17" fmla="*/ 739636 h 986439"/>
                <a:gd name="connsiteX18" fmla="*/ 2022 w 655182"/>
                <a:gd name="connsiteY18" fmla="*/ 632658 h 986439"/>
                <a:gd name="connsiteX19" fmla="*/ 13654 w 655182"/>
                <a:gd name="connsiteY19" fmla="*/ 532160 h 986439"/>
                <a:gd name="connsiteX20" fmla="*/ 30725 w 655182"/>
                <a:gd name="connsiteY20" fmla="*/ 457856 h 986439"/>
                <a:gd name="connsiteX21" fmla="*/ 60758 w 655182"/>
                <a:gd name="connsiteY21" fmla="*/ 406298 h 986439"/>
                <a:gd name="connsiteX22" fmla="*/ 96453 w 655182"/>
                <a:gd name="connsiteY22" fmla="*/ 364113 h 986439"/>
                <a:gd name="connsiteX23" fmla="*/ 115310 w 655182"/>
                <a:gd name="connsiteY23" fmla="*/ 353914 h 986439"/>
                <a:gd name="connsiteX24" fmla="*/ 130364 w 655182"/>
                <a:gd name="connsiteY24" fmla="*/ 284707 h 986439"/>
                <a:gd name="connsiteX25" fmla="*/ 139015 w 655182"/>
                <a:gd name="connsiteY25" fmla="*/ 248523 h 986439"/>
                <a:gd name="connsiteX26" fmla="*/ 151085 w 655182"/>
                <a:gd name="connsiteY26" fmla="*/ 179248 h 986439"/>
                <a:gd name="connsiteX27" fmla="*/ 171727 w 655182"/>
                <a:gd name="connsiteY27" fmla="*/ 146577 h 986439"/>
                <a:gd name="connsiteX28" fmla="*/ 184919 w 655182"/>
                <a:gd name="connsiteY28" fmla="*/ 100533 h 986439"/>
                <a:gd name="connsiteX29" fmla="*/ 216737 w 655182"/>
                <a:gd name="connsiteY29" fmla="*/ 44977 h 986439"/>
                <a:gd name="connsiteX30" fmla="*/ 241028 w 655182"/>
                <a:gd name="connsiteY30" fmla="*/ 8446 h 986439"/>
                <a:gd name="connsiteX31" fmla="*/ 286616 w 655182"/>
                <a:gd name="connsiteY31" fmla="*/ 0 h 986439"/>
                <a:gd name="connsiteX32" fmla="*/ 384415 w 655182"/>
                <a:gd name="connsiteY32" fmla="*/ 42773 h 986439"/>
                <a:gd name="connsiteX0" fmla="*/ 384415 w 648746"/>
                <a:gd name="connsiteY0" fmla="*/ 42773 h 986439"/>
                <a:gd name="connsiteX1" fmla="*/ 454910 w 648746"/>
                <a:gd name="connsiteY1" fmla="*/ 174871 h 986439"/>
                <a:gd name="connsiteX2" fmla="*/ 492069 w 648746"/>
                <a:gd name="connsiteY2" fmla="*/ 273222 h 986439"/>
                <a:gd name="connsiteX3" fmla="*/ 518052 w 648746"/>
                <a:gd name="connsiteY3" fmla="*/ 281577 h 986439"/>
                <a:gd name="connsiteX4" fmla="*/ 564847 w 648746"/>
                <a:gd name="connsiteY4" fmla="*/ 308187 h 986439"/>
                <a:gd name="connsiteX5" fmla="*/ 594679 w 648746"/>
                <a:gd name="connsiteY5" fmla="*/ 356011 h 986439"/>
                <a:gd name="connsiteX6" fmla="*/ 617846 w 648746"/>
                <a:gd name="connsiteY6" fmla="*/ 414018 h 986439"/>
                <a:gd name="connsiteX7" fmla="*/ 643184 w 648746"/>
                <a:gd name="connsiteY7" fmla="*/ 524019 h 986439"/>
                <a:gd name="connsiteX8" fmla="*/ 648668 w 648746"/>
                <a:gd name="connsiteY8" fmla="*/ 632653 h 986439"/>
                <a:gd name="connsiteX9" fmla="*/ 641036 w 648746"/>
                <a:gd name="connsiteY9" fmla="*/ 755074 h 986439"/>
                <a:gd name="connsiteX10" fmla="*/ 597637 w 648746"/>
                <a:gd name="connsiteY10" fmla="*/ 897755 h 986439"/>
                <a:gd name="connsiteX11" fmla="*/ 535154 w 648746"/>
                <a:gd name="connsiteY11" fmla="*/ 966822 h 986439"/>
                <a:gd name="connsiteX12" fmla="*/ 437431 w 648746"/>
                <a:gd name="connsiteY12" fmla="*/ 981296 h 986439"/>
                <a:gd name="connsiteX13" fmla="*/ 320773 w 648746"/>
                <a:gd name="connsiteY13" fmla="*/ 983777 h 986439"/>
                <a:gd name="connsiteX14" fmla="*/ 185036 w 648746"/>
                <a:gd name="connsiteY14" fmla="*/ 975782 h 986439"/>
                <a:gd name="connsiteX15" fmla="*/ 97953 w 648746"/>
                <a:gd name="connsiteY15" fmla="*/ 969026 h 986439"/>
                <a:gd name="connsiteX16" fmla="*/ 36717 w 648746"/>
                <a:gd name="connsiteY16" fmla="*/ 863015 h 986439"/>
                <a:gd name="connsiteX17" fmla="*/ 3594 w 648746"/>
                <a:gd name="connsiteY17" fmla="*/ 739636 h 986439"/>
                <a:gd name="connsiteX18" fmla="*/ 2022 w 648746"/>
                <a:gd name="connsiteY18" fmla="*/ 632658 h 986439"/>
                <a:gd name="connsiteX19" fmla="*/ 13654 w 648746"/>
                <a:gd name="connsiteY19" fmla="*/ 532160 h 986439"/>
                <a:gd name="connsiteX20" fmla="*/ 30725 w 648746"/>
                <a:gd name="connsiteY20" fmla="*/ 457856 h 986439"/>
                <a:gd name="connsiteX21" fmla="*/ 60758 w 648746"/>
                <a:gd name="connsiteY21" fmla="*/ 406298 h 986439"/>
                <a:gd name="connsiteX22" fmla="*/ 96453 w 648746"/>
                <a:gd name="connsiteY22" fmla="*/ 364113 h 986439"/>
                <a:gd name="connsiteX23" fmla="*/ 115310 w 648746"/>
                <a:gd name="connsiteY23" fmla="*/ 353914 h 986439"/>
                <a:gd name="connsiteX24" fmla="*/ 130364 w 648746"/>
                <a:gd name="connsiteY24" fmla="*/ 284707 h 986439"/>
                <a:gd name="connsiteX25" fmla="*/ 139015 w 648746"/>
                <a:gd name="connsiteY25" fmla="*/ 248523 h 986439"/>
                <a:gd name="connsiteX26" fmla="*/ 151085 w 648746"/>
                <a:gd name="connsiteY26" fmla="*/ 179248 h 986439"/>
                <a:gd name="connsiteX27" fmla="*/ 171727 w 648746"/>
                <a:gd name="connsiteY27" fmla="*/ 146577 h 986439"/>
                <a:gd name="connsiteX28" fmla="*/ 184919 w 648746"/>
                <a:gd name="connsiteY28" fmla="*/ 100533 h 986439"/>
                <a:gd name="connsiteX29" fmla="*/ 216737 w 648746"/>
                <a:gd name="connsiteY29" fmla="*/ 44977 h 986439"/>
                <a:gd name="connsiteX30" fmla="*/ 241028 w 648746"/>
                <a:gd name="connsiteY30" fmla="*/ 8446 h 986439"/>
                <a:gd name="connsiteX31" fmla="*/ 286616 w 648746"/>
                <a:gd name="connsiteY31" fmla="*/ 0 h 986439"/>
                <a:gd name="connsiteX32" fmla="*/ 384415 w 648746"/>
                <a:gd name="connsiteY32" fmla="*/ 42773 h 986439"/>
                <a:gd name="connsiteX0" fmla="*/ 384415 w 648977"/>
                <a:gd name="connsiteY0" fmla="*/ 42773 h 986439"/>
                <a:gd name="connsiteX1" fmla="*/ 454910 w 648977"/>
                <a:gd name="connsiteY1" fmla="*/ 174871 h 986439"/>
                <a:gd name="connsiteX2" fmla="*/ 492069 w 648977"/>
                <a:gd name="connsiteY2" fmla="*/ 273222 h 986439"/>
                <a:gd name="connsiteX3" fmla="*/ 518052 w 648977"/>
                <a:gd name="connsiteY3" fmla="*/ 281577 h 986439"/>
                <a:gd name="connsiteX4" fmla="*/ 564847 w 648977"/>
                <a:gd name="connsiteY4" fmla="*/ 308187 h 986439"/>
                <a:gd name="connsiteX5" fmla="*/ 594679 w 648977"/>
                <a:gd name="connsiteY5" fmla="*/ 356011 h 986439"/>
                <a:gd name="connsiteX6" fmla="*/ 617846 w 648977"/>
                <a:gd name="connsiteY6" fmla="*/ 414018 h 986439"/>
                <a:gd name="connsiteX7" fmla="*/ 643184 w 648977"/>
                <a:gd name="connsiteY7" fmla="*/ 524019 h 986439"/>
                <a:gd name="connsiteX8" fmla="*/ 648668 w 648977"/>
                <a:gd name="connsiteY8" fmla="*/ 632653 h 986439"/>
                <a:gd name="connsiteX9" fmla="*/ 637136 w 648977"/>
                <a:gd name="connsiteY9" fmla="*/ 755074 h 986439"/>
                <a:gd name="connsiteX10" fmla="*/ 597637 w 648977"/>
                <a:gd name="connsiteY10" fmla="*/ 897755 h 986439"/>
                <a:gd name="connsiteX11" fmla="*/ 535154 w 648977"/>
                <a:gd name="connsiteY11" fmla="*/ 966822 h 986439"/>
                <a:gd name="connsiteX12" fmla="*/ 437431 w 648977"/>
                <a:gd name="connsiteY12" fmla="*/ 981296 h 986439"/>
                <a:gd name="connsiteX13" fmla="*/ 320773 w 648977"/>
                <a:gd name="connsiteY13" fmla="*/ 983777 h 986439"/>
                <a:gd name="connsiteX14" fmla="*/ 185036 w 648977"/>
                <a:gd name="connsiteY14" fmla="*/ 975782 h 986439"/>
                <a:gd name="connsiteX15" fmla="*/ 97953 w 648977"/>
                <a:gd name="connsiteY15" fmla="*/ 969026 h 986439"/>
                <a:gd name="connsiteX16" fmla="*/ 36717 w 648977"/>
                <a:gd name="connsiteY16" fmla="*/ 863015 h 986439"/>
                <a:gd name="connsiteX17" fmla="*/ 3594 w 648977"/>
                <a:gd name="connsiteY17" fmla="*/ 739636 h 986439"/>
                <a:gd name="connsiteX18" fmla="*/ 2022 w 648977"/>
                <a:gd name="connsiteY18" fmla="*/ 632658 h 986439"/>
                <a:gd name="connsiteX19" fmla="*/ 13654 w 648977"/>
                <a:gd name="connsiteY19" fmla="*/ 532160 h 986439"/>
                <a:gd name="connsiteX20" fmla="*/ 30725 w 648977"/>
                <a:gd name="connsiteY20" fmla="*/ 457856 h 986439"/>
                <a:gd name="connsiteX21" fmla="*/ 60758 w 648977"/>
                <a:gd name="connsiteY21" fmla="*/ 406298 h 986439"/>
                <a:gd name="connsiteX22" fmla="*/ 96453 w 648977"/>
                <a:gd name="connsiteY22" fmla="*/ 364113 h 986439"/>
                <a:gd name="connsiteX23" fmla="*/ 115310 w 648977"/>
                <a:gd name="connsiteY23" fmla="*/ 353914 h 986439"/>
                <a:gd name="connsiteX24" fmla="*/ 130364 w 648977"/>
                <a:gd name="connsiteY24" fmla="*/ 284707 h 986439"/>
                <a:gd name="connsiteX25" fmla="*/ 139015 w 648977"/>
                <a:gd name="connsiteY25" fmla="*/ 248523 h 986439"/>
                <a:gd name="connsiteX26" fmla="*/ 151085 w 648977"/>
                <a:gd name="connsiteY26" fmla="*/ 179248 h 986439"/>
                <a:gd name="connsiteX27" fmla="*/ 171727 w 648977"/>
                <a:gd name="connsiteY27" fmla="*/ 146577 h 986439"/>
                <a:gd name="connsiteX28" fmla="*/ 184919 w 648977"/>
                <a:gd name="connsiteY28" fmla="*/ 100533 h 986439"/>
                <a:gd name="connsiteX29" fmla="*/ 216737 w 648977"/>
                <a:gd name="connsiteY29" fmla="*/ 44977 h 986439"/>
                <a:gd name="connsiteX30" fmla="*/ 241028 w 648977"/>
                <a:gd name="connsiteY30" fmla="*/ 8446 h 986439"/>
                <a:gd name="connsiteX31" fmla="*/ 286616 w 648977"/>
                <a:gd name="connsiteY31" fmla="*/ 0 h 986439"/>
                <a:gd name="connsiteX32" fmla="*/ 384415 w 648977"/>
                <a:gd name="connsiteY32" fmla="*/ 42773 h 986439"/>
                <a:gd name="connsiteX0" fmla="*/ 384415 w 648977"/>
                <a:gd name="connsiteY0" fmla="*/ 42773 h 986439"/>
                <a:gd name="connsiteX1" fmla="*/ 454910 w 648977"/>
                <a:gd name="connsiteY1" fmla="*/ 174871 h 986439"/>
                <a:gd name="connsiteX2" fmla="*/ 492069 w 648977"/>
                <a:gd name="connsiteY2" fmla="*/ 273222 h 986439"/>
                <a:gd name="connsiteX3" fmla="*/ 518052 w 648977"/>
                <a:gd name="connsiteY3" fmla="*/ 281577 h 986439"/>
                <a:gd name="connsiteX4" fmla="*/ 564847 w 648977"/>
                <a:gd name="connsiteY4" fmla="*/ 308187 h 986439"/>
                <a:gd name="connsiteX5" fmla="*/ 594679 w 648977"/>
                <a:gd name="connsiteY5" fmla="*/ 356011 h 986439"/>
                <a:gd name="connsiteX6" fmla="*/ 617846 w 648977"/>
                <a:gd name="connsiteY6" fmla="*/ 414018 h 986439"/>
                <a:gd name="connsiteX7" fmla="*/ 643184 w 648977"/>
                <a:gd name="connsiteY7" fmla="*/ 524019 h 986439"/>
                <a:gd name="connsiteX8" fmla="*/ 648668 w 648977"/>
                <a:gd name="connsiteY8" fmla="*/ 632653 h 986439"/>
                <a:gd name="connsiteX9" fmla="*/ 637136 w 648977"/>
                <a:gd name="connsiteY9" fmla="*/ 755074 h 986439"/>
                <a:gd name="connsiteX10" fmla="*/ 597637 w 648977"/>
                <a:gd name="connsiteY10" fmla="*/ 897755 h 986439"/>
                <a:gd name="connsiteX11" fmla="*/ 535154 w 648977"/>
                <a:gd name="connsiteY11" fmla="*/ 966822 h 986439"/>
                <a:gd name="connsiteX12" fmla="*/ 437431 w 648977"/>
                <a:gd name="connsiteY12" fmla="*/ 981296 h 986439"/>
                <a:gd name="connsiteX13" fmla="*/ 320773 w 648977"/>
                <a:gd name="connsiteY13" fmla="*/ 983777 h 986439"/>
                <a:gd name="connsiteX14" fmla="*/ 185036 w 648977"/>
                <a:gd name="connsiteY14" fmla="*/ 975782 h 986439"/>
                <a:gd name="connsiteX15" fmla="*/ 97953 w 648977"/>
                <a:gd name="connsiteY15" fmla="*/ 969026 h 986439"/>
                <a:gd name="connsiteX16" fmla="*/ 36717 w 648977"/>
                <a:gd name="connsiteY16" fmla="*/ 863015 h 986439"/>
                <a:gd name="connsiteX17" fmla="*/ 3594 w 648977"/>
                <a:gd name="connsiteY17" fmla="*/ 739636 h 986439"/>
                <a:gd name="connsiteX18" fmla="*/ 2022 w 648977"/>
                <a:gd name="connsiteY18" fmla="*/ 632658 h 986439"/>
                <a:gd name="connsiteX19" fmla="*/ 13654 w 648977"/>
                <a:gd name="connsiteY19" fmla="*/ 532160 h 986439"/>
                <a:gd name="connsiteX20" fmla="*/ 30725 w 648977"/>
                <a:gd name="connsiteY20" fmla="*/ 457856 h 986439"/>
                <a:gd name="connsiteX21" fmla="*/ 60758 w 648977"/>
                <a:gd name="connsiteY21" fmla="*/ 406298 h 986439"/>
                <a:gd name="connsiteX22" fmla="*/ 96453 w 648977"/>
                <a:gd name="connsiteY22" fmla="*/ 364113 h 986439"/>
                <a:gd name="connsiteX23" fmla="*/ 115310 w 648977"/>
                <a:gd name="connsiteY23" fmla="*/ 353914 h 986439"/>
                <a:gd name="connsiteX24" fmla="*/ 130364 w 648977"/>
                <a:gd name="connsiteY24" fmla="*/ 284707 h 986439"/>
                <a:gd name="connsiteX25" fmla="*/ 139015 w 648977"/>
                <a:gd name="connsiteY25" fmla="*/ 248523 h 986439"/>
                <a:gd name="connsiteX26" fmla="*/ 151085 w 648977"/>
                <a:gd name="connsiteY26" fmla="*/ 179248 h 986439"/>
                <a:gd name="connsiteX27" fmla="*/ 171727 w 648977"/>
                <a:gd name="connsiteY27" fmla="*/ 146577 h 986439"/>
                <a:gd name="connsiteX28" fmla="*/ 184919 w 648977"/>
                <a:gd name="connsiteY28" fmla="*/ 100533 h 986439"/>
                <a:gd name="connsiteX29" fmla="*/ 216737 w 648977"/>
                <a:gd name="connsiteY29" fmla="*/ 44977 h 986439"/>
                <a:gd name="connsiteX30" fmla="*/ 244928 w 648977"/>
                <a:gd name="connsiteY30" fmla="*/ 21146 h 986439"/>
                <a:gd name="connsiteX31" fmla="*/ 286616 w 648977"/>
                <a:gd name="connsiteY31" fmla="*/ 0 h 986439"/>
                <a:gd name="connsiteX32" fmla="*/ 384415 w 648977"/>
                <a:gd name="connsiteY32" fmla="*/ 42773 h 986439"/>
                <a:gd name="connsiteX0" fmla="*/ 384415 w 648977"/>
                <a:gd name="connsiteY0" fmla="*/ 42773 h 986439"/>
                <a:gd name="connsiteX1" fmla="*/ 454910 w 648977"/>
                <a:gd name="connsiteY1" fmla="*/ 174871 h 986439"/>
                <a:gd name="connsiteX2" fmla="*/ 492069 w 648977"/>
                <a:gd name="connsiteY2" fmla="*/ 273222 h 986439"/>
                <a:gd name="connsiteX3" fmla="*/ 518052 w 648977"/>
                <a:gd name="connsiteY3" fmla="*/ 281577 h 986439"/>
                <a:gd name="connsiteX4" fmla="*/ 564847 w 648977"/>
                <a:gd name="connsiteY4" fmla="*/ 308187 h 986439"/>
                <a:gd name="connsiteX5" fmla="*/ 594679 w 648977"/>
                <a:gd name="connsiteY5" fmla="*/ 356011 h 986439"/>
                <a:gd name="connsiteX6" fmla="*/ 617846 w 648977"/>
                <a:gd name="connsiteY6" fmla="*/ 414018 h 986439"/>
                <a:gd name="connsiteX7" fmla="*/ 643184 w 648977"/>
                <a:gd name="connsiteY7" fmla="*/ 524019 h 986439"/>
                <a:gd name="connsiteX8" fmla="*/ 648668 w 648977"/>
                <a:gd name="connsiteY8" fmla="*/ 632653 h 986439"/>
                <a:gd name="connsiteX9" fmla="*/ 637136 w 648977"/>
                <a:gd name="connsiteY9" fmla="*/ 755074 h 986439"/>
                <a:gd name="connsiteX10" fmla="*/ 597637 w 648977"/>
                <a:gd name="connsiteY10" fmla="*/ 897755 h 986439"/>
                <a:gd name="connsiteX11" fmla="*/ 535154 w 648977"/>
                <a:gd name="connsiteY11" fmla="*/ 966822 h 986439"/>
                <a:gd name="connsiteX12" fmla="*/ 437431 w 648977"/>
                <a:gd name="connsiteY12" fmla="*/ 981296 h 986439"/>
                <a:gd name="connsiteX13" fmla="*/ 320773 w 648977"/>
                <a:gd name="connsiteY13" fmla="*/ 983777 h 986439"/>
                <a:gd name="connsiteX14" fmla="*/ 185036 w 648977"/>
                <a:gd name="connsiteY14" fmla="*/ 975782 h 986439"/>
                <a:gd name="connsiteX15" fmla="*/ 97953 w 648977"/>
                <a:gd name="connsiteY15" fmla="*/ 969026 h 986439"/>
                <a:gd name="connsiteX16" fmla="*/ 36717 w 648977"/>
                <a:gd name="connsiteY16" fmla="*/ 863015 h 986439"/>
                <a:gd name="connsiteX17" fmla="*/ 3594 w 648977"/>
                <a:gd name="connsiteY17" fmla="*/ 739636 h 986439"/>
                <a:gd name="connsiteX18" fmla="*/ 2022 w 648977"/>
                <a:gd name="connsiteY18" fmla="*/ 632658 h 986439"/>
                <a:gd name="connsiteX19" fmla="*/ 13654 w 648977"/>
                <a:gd name="connsiteY19" fmla="*/ 532160 h 986439"/>
                <a:gd name="connsiteX20" fmla="*/ 30725 w 648977"/>
                <a:gd name="connsiteY20" fmla="*/ 457856 h 986439"/>
                <a:gd name="connsiteX21" fmla="*/ 60758 w 648977"/>
                <a:gd name="connsiteY21" fmla="*/ 406298 h 986439"/>
                <a:gd name="connsiteX22" fmla="*/ 96453 w 648977"/>
                <a:gd name="connsiteY22" fmla="*/ 364113 h 986439"/>
                <a:gd name="connsiteX23" fmla="*/ 115310 w 648977"/>
                <a:gd name="connsiteY23" fmla="*/ 353914 h 986439"/>
                <a:gd name="connsiteX24" fmla="*/ 130364 w 648977"/>
                <a:gd name="connsiteY24" fmla="*/ 284707 h 986439"/>
                <a:gd name="connsiteX25" fmla="*/ 139015 w 648977"/>
                <a:gd name="connsiteY25" fmla="*/ 248523 h 986439"/>
                <a:gd name="connsiteX26" fmla="*/ 151085 w 648977"/>
                <a:gd name="connsiteY26" fmla="*/ 179248 h 986439"/>
                <a:gd name="connsiteX27" fmla="*/ 171727 w 648977"/>
                <a:gd name="connsiteY27" fmla="*/ 146577 h 986439"/>
                <a:gd name="connsiteX28" fmla="*/ 184919 w 648977"/>
                <a:gd name="connsiteY28" fmla="*/ 100533 h 986439"/>
                <a:gd name="connsiteX29" fmla="*/ 216737 w 648977"/>
                <a:gd name="connsiteY29" fmla="*/ 54502 h 986439"/>
                <a:gd name="connsiteX30" fmla="*/ 244928 w 648977"/>
                <a:gd name="connsiteY30" fmla="*/ 21146 h 986439"/>
                <a:gd name="connsiteX31" fmla="*/ 286616 w 648977"/>
                <a:gd name="connsiteY31" fmla="*/ 0 h 986439"/>
                <a:gd name="connsiteX32" fmla="*/ 384415 w 648977"/>
                <a:gd name="connsiteY32" fmla="*/ 42773 h 986439"/>
                <a:gd name="connsiteX0" fmla="*/ 384415 w 648977"/>
                <a:gd name="connsiteY0" fmla="*/ 42773 h 986439"/>
                <a:gd name="connsiteX1" fmla="*/ 454910 w 648977"/>
                <a:gd name="connsiteY1" fmla="*/ 174871 h 986439"/>
                <a:gd name="connsiteX2" fmla="*/ 492069 w 648977"/>
                <a:gd name="connsiteY2" fmla="*/ 273222 h 986439"/>
                <a:gd name="connsiteX3" fmla="*/ 518052 w 648977"/>
                <a:gd name="connsiteY3" fmla="*/ 281577 h 986439"/>
                <a:gd name="connsiteX4" fmla="*/ 564847 w 648977"/>
                <a:gd name="connsiteY4" fmla="*/ 308187 h 986439"/>
                <a:gd name="connsiteX5" fmla="*/ 594679 w 648977"/>
                <a:gd name="connsiteY5" fmla="*/ 356011 h 986439"/>
                <a:gd name="connsiteX6" fmla="*/ 617846 w 648977"/>
                <a:gd name="connsiteY6" fmla="*/ 414018 h 986439"/>
                <a:gd name="connsiteX7" fmla="*/ 643184 w 648977"/>
                <a:gd name="connsiteY7" fmla="*/ 524019 h 986439"/>
                <a:gd name="connsiteX8" fmla="*/ 648668 w 648977"/>
                <a:gd name="connsiteY8" fmla="*/ 632653 h 986439"/>
                <a:gd name="connsiteX9" fmla="*/ 637136 w 648977"/>
                <a:gd name="connsiteY9" fmla="*/ 755074 h 986439"/>
                <a:gd name="connsiteX10" fmla="*/ 597637 w 648977"/>
                <a:gd name="connsiteY10" fmla="*/ 897755 h 986439"/>
                <a:gd name="connsiteX11" fmla="*/ 535154 w 648977"/>
                <a:gd name="connsiteY11" fmla="*/ 966822 h 986439"/>
                <a:gd name="connsiteX12" fmla="*/ 437431 w 648977"/>
                <a:gd name="connsiteY12" fmla="*/ 981296 h 986439"/>
                <a:gd name="connsiteX13" fmla="*/ 320773 w 648977"/>
                <a:gd name="connsiteY13" fmla="*/ 983777 h 986439"/>
                <a:gd name="connsiteX14" fmla="*/ 185036 w 648977"/>
                <a:gd name="connsiteY14" fmla="*/ 975782 h 986439"/>
                <a:gd name="connsiteX15" fmla="*/ 97953 w 648977"/>
                <a:gd name="connsiteY15" fmla="*/ 969026 h 986439"/>
                <a:gd name="connsiteX16" fmla="*/ 36717 w 648977"/>
                <a:gd name="connsiteY16" fmla="*/ 863015 h 986439"/>
                <a:gd name="connsiteX17" fmla="*/ 3594 w 648977"/>
                <a:gd name="connsiteY17" fmla="*/ 739636 h 986439"/>
                <a:gd name="connsiteX18" fmla="*/ 2022 w 648977"/>
                <a:gd name="connsiteY18" fmla="*/ 632658 h 986439"/>
                <a:gd name="connsiteX19" fmla="*/ 13654 w 648977"/>
                <a:gd name="connsiteY19" fmla="*/ 532160 h 986439"/>
                <a:gd name="connsiteX20" fmla="*/ 30725 w 648977"/>
                <a:gd name="connsiteY20" fmla="*/ 457856 h 986439"/>
                <a:gd name="connsiteX21" fmla="*/ 60758 w 648977"/>
                <a:gd name="connsiteY21" fmla="*/ 406298 h 986439"/>
                <a:gd name="connsiteX22" fmla="*/ 96453 w 648977"/>
                <a:gd name="connsiteY22" fmla="*/ 364113 h 986439"/>
                <a:gd name="connsiteX23" fmla="*/ 115310 w 648977"/>
                <a:gd name="connsiteY23" fmla="*/ 353914 h 986439"/>
                <a:gd name="connsiteX24" fmla="*/ 130364 w 648977"/>
                <a:gd name="connsiteY24" fmla="*/ 284707 h 986439"/>
                <a:gd name="connsiteX25" fmla="*/ 139015 w 648977"/>
                <a:gd name="connsiteY25" fmla="*/ 248523 h 986439"/>
                <a:gd name="connsiteX26" fmla="*/ 151085 w 648977"/>
                <a:gd name="connsiteY26" fmla="*/ 179248 h 986439"/>
                <a:gd name="connsiteX27" fmla="*/ 171727 w 648977"/>
                <a:gd name="connsiteY27" fmla="*/ 146577 h 986439"/>
                <a:gd name="connsiteX28" fmla="*/ 184919 w 648977"/>
                <a:gd name="connsiteY28" fmla="*/ 100533 h 986439"/>
                <a:gd name="connsiteX29" fmla="*/ 215437 w 648977"/>
                <a:gd name="connsiteY29" fmla="*/ 44977 h 986439"/>
                <a:gd name="connsiteX30" fmla="*/ 244928 w 648977"/>
                <a:gd name="connsiteY30" fmla="*/ 21146 h 986439"/>
                <a:gd name="connsiteX31" fmla="*/ 286616 w 648977"/>
                <a:gd name="connsiteY31" fmla="*/ 0 h 986439"/>
                <a:gd name="connsiteX32" fmla="*/ 384415 w 648977"/>
                <a:gd name="connsiteY32" fmla="*/ 42773 h 986439"/>
                <a:gd name="connsiteX0" fmla="*/ 384415 w 648977"/>
                <a:gd name="connsiteY0" fmla="*/ 42773 h 986439"/>
                <a:gd name="connsiteX1" fmla="*/ 454910 w 648977"/>
                <a:gd name="connsiteY1" fmla="*/ 174871 h 986439"/>
                <a:gd name="connsiteX2" fmla="*/ 492069 w 648977"/>
                <a:gd name="connsiteY2" fmla="*/ 273222 h 986439"/>
                <a:gd name="connsiteX3" fmla="*/ 518052 w 648977"/>
                <a:gd name="connsiteY3" fmla="*/ 281577 h 986439"/>
                <a:gd name="connsiteX4" fmla="*/ 564847 w 648977"/>
                <a:gd name="connsiteY4" fmla="*/ 308187 h 986439"/>
                <a:gd name="connsiteX5" fmla="*/ 594679 w 648977"/>
                <a:gd name="connsiteY5" fmla="*/ 356011 h 986439"/>
                <a:gd name="connsiteX6" fmla="*/ 617846 w 648977"/>
                <a:gd name="connsiteY6" fmla="*/ 414018 h 986439"/>
                <a:gd name="connsiteX7" fmla="*/ 643184 w 648977"/>
                <a:gd name="connsiteY7" fmla="*/ 524019 h 986439"/>
                <a:gd name="connsiteX8" fmla="*/ 648668 w 648977"/>
                <a:gd name="connsiteY8" fmla="*/ 632653 h 986439"/>
                <a:gd name="connsiteX9" fmla="*/ 637136 w 648977"/>
                <a:gd name="connsiteY9" fmla="*/ 755074 h 986439"/>
                <a:gd name="connsiteX10" fmla="*/ 597637 w 648977"/>
                <a:gd name="connsiteY10" fmla="*/ 897755 h 986439"/>
                <a:gd name="connsiteX11" fmla="*/ 535154 w 648977"/>
                <a:gd name="connsiteY11" fmla="*/ 966822 h 986439"/>
                <a:gd name="connsiteX12" fmla="*/ 437431 w 648977"/>
                <a:gd name="connsiteY12" fmla="*/ 981296 h 986439"/>
                <a:gd name="connsiteX13" fmla="*/ 320773 w 648977"/>
                <a:gd name="connsiteY13" fmla="*/ 983777 h 986439"/>
                <a:gd name="connsiteX14" fmla="*/ 185036 w 648977"/>
                <a:gd name="connsiteY14" fmla="*/ 975782 h 986439"/>
                <a:gd name="connsiteX15" fmla="*/ 97953 w 648977"/>
                <a:gd name="connsiteY15" fmla="*/ 969026 h 986439"/>
                <a:gd name="connsiteX16" fmla="*/ 36717 w 648977"/>
                <a:gd name="connsiteY16" fmla="*/ 863015 h 986439"/>
                <a:gd name="connsiteX17" fmla="*/ 3594 w 648977"/>
                <a:gd name="connsiteY17" fmla="*/ 739636 h 986439"/>
                <a:gd name="connsiteX18" fmla="*/ 2022 w 648977"/>
                <a:gd name="connsiteY18" fmla="*/ 632658 h 986439"/>
                <a:gd name="connsiteX19" fmla="*/ 13654 w 648977"/>
                <a:gd name="connsiteY19" fmla="*/ 532160 h 986439"/>
                <a:gd name="connsiteX20" fmla="*/ 30725 w 648977"/>
                <a:gd name="connsiteY20" fmla="*/ 457856 h 986439"/>
                <a:gd name="connsiteX21" fmla="*/ 60758 w 648977"/>
                <a:gd name="connsiteY21" fmla="*/ 406298 h 986439"/>
                <a:gd name="connsiteX22" fmla="*/ 96453 w 648977"/>
                <a:gd name="connsiteY22" fmla="*/ 364113 h 986439"/>
                <a:gd name="connsiteX23" fmla="*/ 115310 w 648977"/>
                <a:gd name="connsiteY23" fmla="*/ 353914 h 986439"/>
                <a:gd name="connsiteX24" fmla="*/ 130364 w 648977"/>
                <a:gd name="connsiteY24" fmla="*/ 284707 h 986439"/>
                <a:gd name="connsiteX25" fmla="*/ 139015 w 648977"/>
                <a:gd name="connsiteY25" fmla="*/ 248523 h 986439"/>
                <a:gd name="connsiteX26" fmla="*/ 151085 w 648977"/>
                <a:gd name="connsiteY26" fmla="*/ 179248 h 986439"/>
                <a:gd name="connsiteX27" fmla="*/ 171727 w 648977"/>
                <a:gd name="connsiteY27" fmla="*/ 146577 h 986439"/>
                <a:gd name="connsiteX28" fmla="*/ 184919 w 648977"/>
                <a:gd name="connsiteY28" fmla="*/ 100533 h 986439"/>
                <a:gd name="connsiteX29" fmla="*/ 215437 w 648977"/>
                <a:gd name="connsiteY29" fmla="*/ 44977 h 986439"/>
                <a:gd name="connsiteX30" fmla="*/ 244928 w 648977"/>
                <a:gd name="connsiteY30" fmla="*/ 21146 h 986439"/>
                <a:gd name="connsiteX31" fmla="*/ 286616 w 648977"/>
                <a:gd name="connsiteY31" fmla="*/ 0 h 986439"/>
                <a:gd name="connsiteX32" fmla="*/ 384415 w 648977"/>
                <a:gd name="connsiteY32" fmla="*/ 42773 h 986439"/>
                <a:gd name="connsiteX0" fmla="*/ 384415 w 648977"/>
                <a:gd name="connsiteY0" fmla="*/ 42773 h 986439"/>
                <a:gd name="connsiteX1" fmla="*/ 454910 w 648977"/>
                <a:gd name="connsiteY1" fmla="*/ 174871 h 986439"/>
                <a:gd name="connsiteX2" fmla="*/ 492069 w 648977"/>
                <a:gd name="connsiteY2" fmla="*/ 273222 h 986439"/>
                <a:gd name="connsiteX3" fmla="*/ 518052 w 648977"/>
                <a:gd name="connsiteY3" fmla="*/ 281577 h 986439"/>
                <a:gd name="connsiteX4" fmla="*/ 564847 w 648977"/>
                <a:gd name="connsiteY4" fmla="*/ 308187 h 986439"/>
                <a:gd name="connsiteX5" fmla="*/ 594679 w 648977"/>
                <a:gd name="connsiteY5" fmla="*/ 356011 h 986439"/>
                <a:gd name="connsiteX6" fmla="*/ 617846 w 648977"/>
                <a:gd name="connsiteY6" fmla="*/ 414018 h 986439"/>
                <a:gd name="connsiteX7" fmla="*/ 643184 w 648977"/>
                <a:gd name="connsiteY7" fmla="*/ 524019 h 986439"/>
                <a:gd name="connsiteX8" fmla="*/ 648668 w 648977"/>
                <a:gd name="connsiteY8" fmla="*/ 632653 h 986439"/>
                <a:gd name="connsiteX9" fmla="*/ 637136 w 648977"/>
                <a:gd name="connsiteY9" fmla="*/ 755074 h 986439"/>
                <a:gd name="connsiteX10" fmla="*/ 597637 w 648977"/>
                <a:gd name="connsiteY10" fmla="*/ 897755 h 986439"/>
                <a:gd name="connsiteX11" fmla="*/ 535154 w 648977"/>
                <a:gd name="connsiteY11" fmla="*/ 966822 h 986439"/>
                <a:gd name="connsiteX12" fmla="*/ 437431 w 648977"/>
                <a:gd name="connsiteY12" fmla="*/ 981296 h 986439"/>
                <a:gd name="connsiteX13" fmla="*/ 320773 w 648977"/>
                <a:gd name="connsiteY13" fmla="*/ 983777 h 986439"/>
                <a:gd name="connsiteX14" fmla="*/ 185036 w 648977"/>
                <a:gd name="connsiteY14" fmla="*/ 975782 h 986439"/>
                <a:gd name="connsiteX15" fmla="*/ 97953 w 648977"/>
                <a:gd name="connsiteY15" fmla="*/ 969026 h 986439"/>
                <a:gd name="connsiteX16" fmla="*/ 36717 w 648977"/>
                <a:gd name="connsiteY16" fmla="*/ 863015 h 986439"/>
                <a:gd name="connsiteX17" fmla="*/ 3594 w 648977"/>
                <a:gd name="connsiteY17" fmla="*/ 739636 h 986439"/>
                <a:gd name="connsiteX18" fmla="*/ 2022 w 648977"/>
                <a:gd name="connsiteY18" fmla="*/ 632658 h 986439"/>
                <a:gd name="connsiteX19" fmla="*/ 13654 w 648977"/>
                <a:gd name="connsiteY19" fmla="*/ 532160 h 986439"/>
                <a:gd name="connsiteX20" fmla="*/ 30725 w 648977"/>
                <a:gd name="connsiteY20" fmla="*/ 457856 h 986439"/>
                <a:gd name="connsiteX21" fmla="*/ 60758 w 648977"/>
                <a:gd name="connsiteY21" fmla="*/ 406298 h 986439"/>
                <a:gd name="connsiteX22" fmla="*/ 96453 w 648977"/>
                <a:gd name="connsiteY22" fmla="*/ 364113 h 986439"/>
                <a:gd name="connsiteX23" fmla="*/ 115310 w 648977"/>
                <a:gd name="connsiteY23" fmla="*/ 353914 h 986439"/>
                <a:gd name="connsiteX24" fmla="*/ 130364 w 648977"/>
                <a:gd name="connsiteY24" fmla="*/ 284707 h 986439"/>
                <a:gd name="connsiteX25" fmla="*/ 139015 w 648977"/>
                <a:gd name="connsiteY25" fmla="*/ 248523 h 986439"/>
                <a:gd name="connsiteX26" fmla="*/ 151085 w 648977"/>
                <a:gd name="connsiteY26" fmla="*/ 179248 h 986439"/>
                <a:gd name="connsiteX27" fmla="*/ 171727 w 648977"/>
                <a:gd name="connsiteY27" fmla="*/ 146577 h 986439"/>
                <a:gd name="connsiteX28" fmla="*/ 184919 w 648977"/>
                <a:gd name="connsiteY28" fmla="*/ 100533 h 986439"/>
                <a:gd name="connsiteX29" fmla="*/ 215437 w 648977"/>
                <a:gd name="connsiteY29" fmla="*/ 44977 h 986439"/>
                <a:gd name="connsiteX30" fmla="*/ 244928 w 648977"/>
                <a:gd name="connsiteY30" fmla="*/ 21146 h 986439"/>
                <a:gd name="connsiteX31" fmla="*/ 317815 w 648977"/>
                <a:gd name="connsiteY31" fmla="*/ 0 h 986439"/>
                <a:gd name="connsiteX32" fmla="*/ 384415 w 648977"/>
                <a:gd name="connsiteY32" fmla="*/ 42773 h 986439"/>
                <a:gd name="connsiteX0" fmla="*/ 384415 w 648977"/>
                <a:gd name="connsiteY0" fmla="*/ 42973 h 986639"/>
                <a:gd name="connsiteX1" fmla="*/ 454910 w 648977"/>
                <a:gd name="connsiteY1" fmla="*/ 175071 h 986639"/>
                <a:gd name="connsiteX2" fmla="*/ 492069 w 648977"/>
                <a:gd name="connsiteY2" fmla="*/ 273422 h 986639"/>
                <a:gd name="connsiteX3" fmla="*/ 518052 w 648977"/>
                <a:gd name="connsiteY3" fmla="*/ 281777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54910 w 648977"/>
                <a:gd name="connsiteY1" fmla="*/ 175071 h 986639"/>
                <a:gd name="connsiteX2" fmla="*/ 492069 w 648977"/>
                <a:gd name="connsiteY2" fmla="*/ 273422 h 986639"/>
                <a:gd name="connsiteX3" fmla="*/ 518052 w 648977"/>
                <a:gd name="connsiteY3" fmla="*/ 281777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45810 w 648977"/>
                <a:gd name="connsiteY1" fmla="*/ 156597 h 986639"/>
                <a:gd name="connsiteX2" fmla="*/ 492069 w 648977"/>
                <a:gd name="connsiteY2" fmla="*/ 273422 h 986639"/>
                <a:gd name="connsiteX3" fmla="*/ 518052 w 648977"/>
                <a:gd name="connsiteY3" fmla="*/ 281777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45810 w 648977"/>
                <a:gd name="connsiteY1" fmla="*/ 156597 h 986639"/>
                <a:gd name="connsiteX2" fmla="*/ 480369 w 648977"/>
                <a:gd name="connsiteY2" fmla="*/ 261106 h 986639"/>
                <a:gd name="connsiteX3" fmla="*/ 518052 w 648977"/>
                <a:gd name="connsiteY3" fmla="*/ 281777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45810 w 648977"/>
                <a:gd name="connsiteY1" fmla="*/ 156597 h 986639"/>
                <a:gd name="connsiteX2" fmla="*/ 484269 w 648977"/>
                <a:gd name="connsiteY2" fmla="*/ 282659 h 986639"/>
                <a:gd name="connsiteX3" fmla="*/ 518052 w 648977"/>
                <a:gd name="connsiteY3" fmla="*/ 281777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45810 w 648977"/>
                <a:gd name="connsiteY1" fmla="*/ 156597 h 986639"/>
                <a:gd name="connsiteX2" fmla="*/ 484269 w 648977"/>
                <a:gd name="connsiteY2" fmla="*/ 282659 h 986639"/>
                <a:gd name="connsiteX3" fmla="*/ 518052 w 648977"/>
                <a:gd name="connsiteY3" fmla="*/ 281777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45810 w 648977"/>
                <a:gd name="connsiteY1" fmla="*/ 156597 h 986639"/>
                <a:gd name="connsiteX2" fmla="*/ 484269 w 648977"/>
                <a:gd name="connsiteY2" fmla="*/ 282659 h 986639"/>
                <a:gd name="connsiteX3" fmla="*/ 519352 w 648977"/>
                <a:gd name="connsiteY3" fmla="*/ 284856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2973 h 986639"/>
                <a:gd name="connsiteX1" fmla="*/ 445810 w 648977"/>
                <a:gd name="connsiteY1" fmla="*/ 156597 h 986639"/>
                <a:gd name="connsiteX2" fmla="*/ 484269 w 648977"/>
                <a:gd name="connsiteY2" fmla="*/ 282659 h 986639"/>
                <a:gd name="connsiteX3" fmla="*/ 519352 w 648977"/>
                <a:gd name="connsiteY3" fmla="*/ 284856 h 986639"/>
                <a:gd name="connsiteX4" fmla="*/ 564847 w 648977"/>
                <a:gd name="connsiteY4" fmla="*/ 308387 h 986639"/>
                <a:gd name="connsiteX5" fmla="*/ 594679 w 648977"/>
                <a:gd name="connsiteY5" fmla="*/ 356211 h 986639"/>
                <a:gd name="connsiteX6" fmla="*/ 617846 w 648977"/>
                <a:gd name="connsiteY6" fmla="*/ 414218 h 986639"/>
                <a:gd name="connsiteX7" fmla="*/ 643184 w 648977"/>
                <a:gd name="connsiteY7" fmla="*/ 524219 h 986639"/>
                <a:gd name="connsiteX8" fmla="*/ 648668 w 648977"/>
                <a:gd name="connsiteY8" fmla="*/ 632853 h 986639"/>
                <a:gd name="connsiteX9" fmla="*/ 637136 w 648977"/>
                <a:gd name="connsiteY9" fmla="*/ 755274 h 986639"/>
                <a:gd name="connsiteX10" fmla="*/ 597637 w 648977"/>
                <a:gd name="connsiteY10" fmla="*/ 897955 h 986639"/>
                <a:gd name="connsiteX11" fmla="*/ 535154 w 648977"/>
                <a:gd name="connsiteY11" fmla="*/ 967022 h 986639"/>
                <a:gd name="connsiteX12" fmla="*/ 437431 w 648977"/>
                <a:gd name="connsiteY12" fmla="*/ 981496 h 986639"/>
                <a:gd name="connsiteX13" fmla="*/ 320773 w 648977"/>
                <a:gd name="connsiteY13" fmla="*/ 983977 h 986639"/>
                <a:gd name="connsiteX14" fmla="*/ 185036 w 648977"/>
                <a:gd name="connsiteY14" fmla="*/ 975982 h 986639"/>
                <a:gd name="connsiteX15" fmla="*/ 97953 w 648977"/>
                <a:gd name="connsiteY15" fmla="*/ 969226 h 986639"/>
                <a:gd name="connsiteX16" fmla="*/ 36717 w 648977"/>
                <a:gd name="connsiteY16" fmla="*/ 863215 h 986639"/>
                <a:gd name="connsiteX17" fmla="*/ 3594 w 648977"/>
                <a:gd name="connsiteY17" fmla="*/ 739836 h 986639"/>
                <a:gd name="connsiteX18" fmla="*/ 2022 w 648977"/>
                <a:gd name="connsiteY18" fmla="*/ 632858 h 986639"/>
                <a:gd name="connsiteX19" fmla="*/ 13654 w 648977"/>
                <a:gd name="connsiteY19" fmla="*/ 532360 h 986639"/>
                <a:gd name="connsiteX20" fmla="*/ 30725 w 648977"/>
                <a:gd name="connsiteY20" fmla="*/ 458056 h 986639"/>
                <a:gd name="connsiteX21" fmla="*/ 60758 w 648977"/>
                <a:gd name="connsiteY21" fmla="*/ 406498 h 986639"/>
                <a:gd name="connsiteX22" fmla="*/ 96453 w 648977"/>
                <a:gd name="connsiteY22" fmla="*/ 364313 h 986639"/>
                <a:gd name="connsiteX23" fmla="*/ 115310 w 648977"/>
                <a:gd name="connsiteY23" fmla="*/ 354114 h 986639"/>
                <a:gd name="connsiteX24" fmla="*/ 130364 w 648977"/>
                <a:gd name="connsiteY24" fmla="*/ 284907 h 986639"/>
                <a:gd name="connsiteX25" fmla="*/ 139015 w 648977"/>
                <a:gd name="connsiteY25" fmla="*/ 248723 h 986639"/>
                <a:gd name="connsiteX26" fmla="*/ 151085 w 648977"/>
                <a:gd name="connsiteY26" fmla="*/ 179448 h 986639"/>
                <a:gd name="connsiteX27" fmla="*/ 171727 w 648977"/>
                <a:gd name="connsiteY27" fmla="*/ 146777 h 986639"/>
                <a:gd name="connsiteX28" fmla="*/ 184919 w 648977"/>
                <a:gd name="connsiteY28" fmla="*/ 100733 h 986639"/>
                <a:gd name="connsiteX29" fmla="*/ 215437 w 648977"/>
                <a:gd name="connsiteY29" fmla="*/ 45177 h 986639"/>
                <a:gd name="connsiteX30" fmla="*/ 244928 w 648977"/>
                <a:gd name="connsiteY30" fmla="*/ 21346 h 986639"/>
                <a:gd name="connsiteX31" fmla="*/ 317815 w 648977"/>
                <a:gd name="connsiteY31" fmla="*/ 200 h 986639"/>
                <a:gd name="connsiteX32" fmla="*/ 384415 w 648977"/>
                <a:gd name="connsiteY32" fmla="*/ 42973 h 986639"/>
                <a:gd name="connsiteX0" fmla="*/ 384415 w 648977"/>
                <a:gd name="connsiteY0" fmla="*/ 43374 h 987040"/>
                <a:gd name="connsiteX1" fmla="*/ 445810 w 648977"/>
                <a:gd name="connsiteY1" fmla="*/ 156998 h 987040"/>
                <a:gd name="connsiteX2" fmla="*/ 484269 w 648977"/>
                <a:gd name="connsiteY2" fmla="*/ 283060 h 987040"/>
                <a:gd name="connsiteX3" fmla="*/ 519352 w 648977"/>
                <a:gd name="connsiteY3" fmla="*/ 285257 h 987040"/>
                <a:gd name="connsiteX4" fmla="*/ 564847 w 648977"/>
                <a:gd name="connsiteY4" fmla="*/ 308788 h 987040"/>
                <a:gd name="connsiteX5" fmla="*/ 594679 w 648977"/>
                <a:gd name="connsiteY5" fmla="*/ 356612 h 987040"/>
                <a:gd name="connsiteX6" fmla="*/ 617846 w 648977"/>
                <a:gd name="connsiteY6" fmla="*/ 414619 h 987040"/>
                <a:gd name="connsiteX7" fmla="*/ 643184 w 648977"/>
                <a:gd name="connsiteY7" fmla="*/ 524620 h 987040"/>
                <a:gd name="connsiteX8" fmla="*/ 648668 w 648977"/>
                <a:gd name="connsiteY8" fmla="*/ 633254 h 987040"/>
                <a:gd name="connsiteX9" fmla="*/ 637136 w 648977"/>
                <a:gd name="connsiteY9" fmla="*/ 755675 h 987040"/>
                <a:gd name="connsiteX10" fmla="*/ 597637 w 648977"/>
                <a:gd name="connsiteY10" fmla="*/ 898356 h 987040"/>
                <a:gd name="connsiteX11" fmla="*/ 535154 w 648977"/>
                <a:gd name="connsiteY11" fmla="*/ 967423 h 987040"/>
                <a:gd name="connsiteX12" fmla="*/ 437431 w 648977"/>
                <a:gd name="connsiteY12" fmla="*/ 981897 h 987040"/>
                <a:gd name="connsiteX13" fmla="*/ 320773 w 648977"/>
                <a:gd name="connsiteY13" fmla="*/ 984378 h 987040"/>
                <a:gd name="connsiteX14" fmla="*/ 185036 w 648977"/>
                <a:gd name="connsiteY14" fmla="*/ 976383 h 987040"/>
                <a:gd name="connsiteX15" fmla="*/ 97953 w 648977"/>
                <a:gd name="connsiteY15" fmla="*/ 969627 h 987040"/>
                <a:gd name="connsiteX16" fmla="*/ 36717 w 648977"/>
                <a:gd name="connsiteY16" fmla="*/ 863616 h 987040"/>
                <a:gd name="connsiteX17" fmla="*/ 3594 w 648977"/>
                <a:gd name="connsiteY17" fmla="*/ 740237 h 987040"/>
                <a:gd name="connsiteX18" fmla="*/ 2022 w 648977"/>
                <a:gd name="connsiteY18" fmla="*/ 633259 h 987040"/>
                <a:gd name="connsiteX19" fmla="*/ 13654 w 648977"/>
                <a:gd name="connsiteY19" fmla="*/ 532761 h 987040"/>
                <a:gd name="connsiteX20" fmla="*/ 30725 w 648977"/>
                <a:gd name="connsiteY20" fmla="*/ 458457 h 987040"/>
                <a:gd name="connsiteX21" fmla="*/ 60758 w 648977"/>
                <a:gd name="connsiteY21" fmla="*/ 406899 h 987040"/>
                <a:gd name="connsiteX22" fmla="*/ 96453 w 648977"/>
                <a:gd name="connsiteY22" fmla="*/ 364714 h 987040"/>
                <a:gd name="connsiteX23" fmla="*/ 115310 w 648977"/>
                <a:gd name="connsiteY23" fmla="*/ 354515 h 987040"/>
                <a:gd name="connsiteX24" fmla="*/ 130364 w 648977"/>
                <a:gd name="connsiteY24" fmla="*/ 285308 h 987040"/>
                <a:gd name="connsiteX25" fmla="*/ 139015 w 648977"/>
                <a:gd name="connsiteY25" fmla="*/ 249124 h 987040"/>
                <a:gd name="connsiteX26" fmla="*/ 151085 w 648977"/>
                <a:gd name="connsiteY26" fmla="*/ 179849 h 987040"/>
                <a:gd name="connsiteX27" fmla="*/ 171727 w 648977"/>
                <a:gd name="connsiteY27" fmla="*/ 147178 h 987040"/>
                <a:gd name="connsiteX28" fmla="*/ 184919 w 648977"/>
                <a:gd name="connsiteY28" fmla="*/ 101134 h 987040"/>
                <a:gd name="connsiteX29" fmla="*/ 215437 w 648977"/>
                <a:gd name="connsiteY29" fmla="*/ 45578 h 987040"/>
                <a:gd name="connsiteX30" fmla="*/ 269627 w 648977"/>
                <a:gd name="connsiteY30" fmla="*/ 9431 h 987040"/>
                <a:gd name="connsiteX31" fmla="*/ 317815 w 648977"/>
                <a:gd name="connsiteY31" fmla="*/ 601 h 987040"/>
                <a:gd name="connsiteX32" fmla="*/ 384415 w 648977"/>
                <a:gd name="connsiteY32" fmla="*/ 43374 h 987040"/>
                <a:gd name="connsiteX0" fmla="*/ 384415 w 648977"/>
                <a:gd name="connsiteY0" fmla="*/ 43828 h 987494"/>
                <a:gd name="connsiteX1" fmla="*/ 445810 w 648977"/>
                <a:gd name="connsiteY1" fmla="*/ 157452 h 987494"/>
                <a:gd name="connsiteX2" fmla="*/ 484269 w 648977"/>
                <a:gd name="connsiteY2" fmla="*/ 283514 h 987494"/>
                <a:gd name="connsiteX3" fmla="*/ 519352 w 648977"/>
                <a:gd name="connsiteY3" fmla="*/ 285711 h 987494"/>
                <a:gd name="connsiteX4" fmla="*/ 564847 w 648977"/>
                <a:gd name="connsiteY4" fmla="*/ 309242 h 987494"/>
                <a:gd name="connsiteX5" fmla="*/ 594679 w 648977"/>
                <a:gd name="connsiteY5" fmla="*/ 357066 h 987494"/>
                <a:gd name="connsiteX6" fmla="*/ 617846 w 648977"/>
                <a:gd name="connsiteY6" fmla="*/ 415073 h 987494"/>
                <a:gd name="connsiteX7" fmla="*/ 643184 w 648977"/>
                <a:gd name="connsiteY7" fmla="*/ 525074 h 987494"/>
                <a:gd name="connsiteX8" fmla="*/ 648668 w 648977"/>
                <a:gd name="connsiteY8" fmla="*/ 633708 h 987494"/>
                <a:gd name="connsiteX9" fmla="*/ 637136 w 648977"/>
                <a:gd name="connsiteY9" fmla="*/ 756129 h 987494"/>
                <a:gd name="connsiteX10" fmla="*/ 597637 w 648977"/>
                <a:gd name="connsiteY10" fmla="*/ 898810 h 987494"/>
                <a:gd name="connsiteX11" fmla="*/ 535154 w 648977"/>
                <a:gd name="connsiteY11" fmla="*/ 967877 h 987494"/>
                <a:gd name="connsiteX12" fmla="*/ 437431 w 648977"/>
                <a:gd name="connsiteY12" fmla="*/ 982351 h 987494"/>
                <a:gd name="connsiteX13" fmla="*/ 320773 w 648977"/>
                <a:gd name="connsiteY13" fmla="*/ 984832 h 987494"/>
                <a:gd name="connsiteX14" fmla="*/ 185036 w 648977"/>
                <a:gd name="connsiteY14" fmla="*/ 976837 h 987494"/>
                <a:gd name="connsiteX15" fmla="*/ 97953 w 648977"/>
                <a:gd name="connsiteY15" fmla="*/ 970081 h 987494"/>
                <a:gd name="connsiteX16" fmla="*/ 36717 w 648977"/>
                <a:gd name="connsiteY16" fmla="*/ 864070 h 987494"/>
                <a:gd name="connsiteX17" fmla="*/ 3594 w 648977"/>
                <a:gd name="connsiteY17" fmla="*/ 740691 h 987494"/>
                <a:gd name="connsiteX18" fmla="*/ 2022 w 648977"/>
                <a:gd name="connsiteY18" fmla="*/ 633713 h 987494"/>
                <a:gd name="connsiteX19" fmla="*/ 13654 w 648977"/>
                <a:gd name="connsiteY19" fmla="*/ 533215 h 987494"/>
                <a:gd name="connsiteX20" fmla="*/ 30725 w 648977"/>
                <a:gd name="connsiteY20" fmla="*/ 458911 h 987494"/>
                <a:gd name="connsiteX21" fmla="*/ 60758 w 648977"/>
                <a:gd name="connsiteY21" fmla="*/ 407353 h 987494"/>
                <a:gd name="connsiteX22" fmla="*/ 96453 w 648977"/>
                <a:gd name="connsiteY22" fmla="*/ 365168 h 987494"/>
                <a:gd name="connsiteX23" fmla="*/ 115310 w 648977"/>
                <a:gd name="connsiteY23" fmla="*/ 354969 h 987494"/>
                <a:gd name="connsiteX24" fmla="*/ 130364 w 648977"/>
                <a:gd name="connsiteY24" fmla="*/ 285762 h 987494"/>
                <a:gd name="connsiteX25" fmla="*/ 139015 w 648977"/>
                <a:gd name="connsiteY25" fmla="*/ 249578 h 987494"/>
                <a:gd name="connsiteX26" fmla="*/ 151085 w 648977"/>
                <a:gd name="connsiteY26" fmla="*/ 180303 h 987494"/>
                <a:gd name="connsiteX27" fmla="*/ 171727 w 648977"/>
                <a:gd name="connsiteY27" fmla="*/ 147632 h 987494"/>
                <a:gd name="connsiteX28" fmla="*/ 184919 w 648977"/>
                <a:gd name="connsiteY28" fmla="*/ 101588 h 987494"/>
                <a:gd name="connsiteX29" fmla="*/ 215437 w 648977"/>
                <a:gd name="connsiteY29" fmla="*/ 46032 h 987494"/>
                <a:gd name="connsiteX30" fmla="*/ 265727 w 648977"/>
                <a:gd name="connsiteY30" fmla="*/ 6806 h 987494"/>
                <a:gd name="connsiteX31" fmla="*/ 317815 w 648977"/>
                <a:gd name="connsiteY31" fmla="*/ 1055 h 987494"/>
                <a:gd name="connsiteX32" fmla="*/ 384415 w 648977"/>
                <a:gd name="connsiteY32" fmla="*/ 43828 h 987494"/>
                <a:gd name="connsiteX0" fmla="*/ 384415 w 648977"/>
                <a:gd name="connsiteY0" fmla="*/ 43375 h 987041"/>
                <a:gd name="connsiteX1" fmla="*/ 445810 w 648977"/>
                <a:gd name="connsiteY1" fmla="*/ 156999 h 987041"/>
                <a:gd name="connsiteX2" fmla="*/ 484269 w 648977"/>
                <a:gd name="connsiteY2" fmla="*/ 283061 h 987041"/>
                <a:gd name="connsiteX3" fmla="*/ 519352 w 648977"/>
                <a:gd name="connsiteY3" fmla="*/ 285258 h 987041"/>
                <a:gd name="connsiteX4" fmla="*/ 564847 w 648977"/>
                <a:gd name="connsiteY4" fmla="*/ 308789 h 987041"/>
                <a:gd name="connsiteX5" fmla="*/ 594679 w 648977"/>
                <a:gd name="connsiteY5" fmla="*/ 356613 h 987041"/>
                <a:gd name="connsiteX6" fmla="*/ 617846 w 648977"/>
                <a:gd name="connsiteY6" fmla="*/ 414620 h 987041"/>
                <a:gd name="connsiteX7" fmla="*/ 643184 w 648977"/>
                <a:gd name="connsiteY7" fmla="*/ 524621 h 987041"/>
                <a:gd name="connsiteX8" fmla="*/ 648668 w 648977"/>
                <a:gd name="connsiteY8" fmla="*/ 633255 h 987041"/>
                <a:gd name="connsiteX9" fmla="*/ 637136 w 648977"/>
                <a:gd name="connsiteY9" fmla="*/ 755676 h 987041"/>
                <a:gd name="connsiteX10" fmla="*/ 597637 w 648977"/>
                <a:gd name="connsiteY10" fmla="*/ 898357 h 987041"/>
                <a:gd name="connsiteX11" fmla="*/ 535154 w 648977"/>
                <a:gd name="connsiteY11" fmla="*/ 967424 h 987041"/>
                <a:gd name="connsiteX12" fmla="*/ 437431 w 648977"/>
                <a:gd name="connsiteY12" fmla="*/ 981898 h 987041"/>
                <a:gd name="connsiteX13" fmla="*/ 320773 w 648977"/>
                <a:gd name="connsiteY13" fmla="*/ 984379 h 987041"/>
                <a:gd name="connsiteX14" fmla="*/ 185036 w 648977"/>
                <a:gd name="connsiteY14" fmla="*/ 976384 h 987041"/>
                <a:gd name="connsiteX15" fmla="*/ 97953 w 648977"/>
                <a:gd name="connsiteY15" fmla="*/ 969628 h 987041"/>
                <a:gd name="connsiteX16" fmla="*/ 36717 w 648977"/>
                <a:gd name="connsiteY16" fmla="*/ 863617 h 987041"/>
                <a:gd name="connsiteX17" fmla="*/ 3594 w 648977"/>
                <a:gd name="connsiteY17" fmla="*/ 740238 h 987041"/>
                <a:gd name="connsiteX18" fmla="*/ 2022 w 648977"/>
                <a:gd name="connsiteY18" fmla="*/ 633260 h 987041"/>
                <a:gd name="connsiteX19" fmla="*/ 13654 w 648977"/>
                <a:gd name="connsiteY19" fmla="*/ 532762 h 987041"/>
                <a:gd name="connsiteX20" fmla="*/ 30725 w 648977"/>
                <a:gd name="connsiteY20" fmla="*/ 458458 h 987041"/>
                <a:gd name="connsiteX21" fmla="*/ 60758 w 648977"/>
                <a:gd name="connsiteY21" fmla="*/ 406900 h 987041"/>
                <a:gd name="connsiteX22" fmla="*/ 96453 w 648977"/>
                <a:gd name="connsiteY22" fmla="*/ 364715 h 987041"/>
                <a:gd name="connsiteX23" fmla="*/ 115310 w 648977"/>
                <a:gd name="connsiteY23" fmla="*/ 354516 h 987041"/>
                <a:gd name="connsiteX24" fmla="*/ 130364 w 648977"/>
                <a:gd name="connsiteY24" fmla="*/ 285309 h 987041"/>
                <a:gd name="connsiteX25" fmla="*/ 139015 w 648977"/>
                <a:gd name="connsiteY25" fmla="*/ 249125 h 987041"/>
                <a:gd name="connsiteX26" fmla="*/ 151085 w 648977"/>
                <a:gd name="connsiteY26" fmla="*/ 179850 h 987041"/>
                <a:gd name="connsiteX27" fmla="*/ 171727 w 648977"/>
                <a:gd name="connsiteY27" fmla="*/ 147179 h 987041"/>
                <a:gd name="connsiteX28" fmla="*/ 184919 w 648977"/>
                <a:gd name="connsiteY28" fmla="*/ 101135 h 987041"/>
                <a:gd name="connsiteX29" fmla="*/ 215437 w 648977"/>
                <a:gd name="connsiteY29" fmla="*/ 45579 h 987041"/>
                <a:gd name="connsiteX30" fmla="*/ 261827 w 648977"/>
                <a:gd name="connsiteY30" fmla="*/ 9432 h 987041"/>
                <a:gd name="connsiteX31" fmla="*/ 317815 w 648977"/>
                <a:gd name="connsiteY31" fmla="*/ 602 h 987041"/>
                <a:gd name="connsiteX32" fmla="*/ 384415 w 648977"/>
                <a:gd name="connsiteY32" fmla="*/ 43375 h 987041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9015 w 648977"/>
                <a:gd name="connsiteY25" fmla="*/ 248936 h 986852"/>
                <a:gd name="connsiteX26" fmla="*/ 151085 w 648977"/>
                <a:gd name="connsiteY26" fmla="*/ 179661 h 986852"/>
                <a:gd name="connsiteX27" fmla="*/ 171727 w 648977"/>
                <a:gd name="connsiteY27" fmla="*/ 146990 h 986852"/>
                <a:gd name="connsiteX28" fmla="*/ 184919 w 648977"/>
                <a:gd name="connsiteY28" fmla="*/ 100946 h 986852"/>
                <a:gd name="connsiteX29" fmla="*/ 2154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9015 w 648977"/>
                <a:gd name="connsiteY25" fmla="*/ 248936 h 986852"/>
                <a:gd name="connsiteX26" fmla="*/ 151085 w 648977"/>
                <a:gd name="connsiteY26" fmla="*/ 179661 h 986852"/>
                <a:gd name="connsiteX27" fmla="*/ 171727 w 648977"/>
                <a:gd name="connsiteY27" fmla="*/ 146990 h 986852"/>
                <a:gd name="connsiteX28" fmla="*/ 184919 w 648977"/>
                <a:gd name="connsiteY28" fmla="*/ 100946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9015 w 648977"/>
                <a:gd name="connsiteY25" fmla="*/ 248936 h 986852"/>
                <a:gd name="connsiteX26" fmla="*/ 151085 w 648977"/>
                <a:gd name="connsiteY26" fmla="*/ 179661 h 986852"/>
                <a:gd name="connsiteX27" fmla="*/ 171727 w 648977"/>
                <a:gd name="connsiteY27" fmla="*/ 146990 h 986852"/>
                <a:gd name="connsiteX28" fmla="*/ 184919 w 648977"/>
                <a:gd name="connsiteY28" fmla="*/ 100946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9015 w 648977"/>
                <a:gd name="connsiteY25" fmla="*/ 248936 h 986852"/>
                <a:gd name="connsiteX26" fmla="*/ 151085 w 648977"/>
                <a:gd name="connsiteY26" fmla="*/ 179661 h 986852"/>
                <a:gd name="connsiteX27" fmla="*/ 171727 w 648977"/>
                <a:gd name="connsiteY27" fmla="*/ 146990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9015 w 648977"/>
                <a:gd name="connsiteY25" fmla="*/ 248936 h 986852"/>
                <a:gd name="connsiteX26" fmla="*/ 151085 w 648977"/>
                <a:gd name="connsiteY26" fmla="*/ 179661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9015 w 648977"/>
                <a:gd name="connsiteY25" fmla="*/ 248936 h 986852"/>
                <a:gd name="connsiteX26" fmla="*/ 157585 w 648977"/>
                <a:gd name="connsiteY26" fmla="*/ 176582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7715 w 648977"/>
                <a:gd name="connsiteY25" fmla="*/ 230462 h 986852"/>
                <a:gd name="connsiteX26" fmla="*/ 157585 w 648977"/>
                <a:gd name="connsiteY26" fmla="*/ 176582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7715 w 648977"/>
                <a:gd name="connsiteY25" fmla="*/ 230462 h 986852"/>
                <a:gd name="connsiteX26" fmla="*/ 157585 w 648977"/>
                <a:gd name="connsiteY26" fmla="*/ 176582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7715 w 648977"/>
                <a:gd name="connsiteY25" fmla="*/ 230462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30364 w 648977"/>
                <a:gd name="connsiteY24" fmla="*/ 285120 h 986852"/>
                <a:gd name="connsiteX25" fmla="*/ 137715 w 648977"/>
                <a:gd name="connsiteY25" fmla="*/ 230462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22564 w 648977"/>
                <a:gd name="connsiteY24" fmla="*/ 291278 h 986852"/>
                <a:gd name="connsiteX25" fmla="*/ 137715 w 648977"/>
                <a:gd name="connsiteY25" fmla="*/ 230462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22564 w 648977"/>
                <a:gd name="connsiteY24" fmla="*/ 291278 h 986852"/>
                <a:gd name="connsiteX25" fmla="*/ 140315 w 648977"/>
                <a:gd name="connsiteY25" fmla="*/ 221225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96453 w 648977"/>
                <a:gd name="connsiteY22" fmla="*/ 364526 h 986852"/>
                <a:gd name="connsiteX23" fmla="*/ 115310 w 648977"/>
                <a:gd name="connsiteY23" fmla="*/ 354327 h 986852"/>
                <a:gd name="connsiteX24" fmla="*/ 123864 w 648977"/>
                <a:gd name="connsiteY24" fmla="*/ 285120 h 986852"/>
                <a:gd name="connsiteX25" fmla="*/ 140315 w 648977"/>
                <a:gd name="connsiteY25" fmla="*/ 221225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89953 w 648977"/>
                <a:gd name="connsiteY22" fmla="*/ 376842 h 986852"/>
                <a:gd name="connsiteX23" fmla="*/ 115310 w 648977"/>
                <a:gd name="connsiteY23" fmla="*/ 354327 h 986852"/>
                <a:gd name="connsiteX24" fmla="*/ 123864 w 648977"/>
                <a:gd name="connsiteY24" fmla="*/ 285120 h 986852"/>
                <a:gd name="connsiteX25" fmla="*/ 140315 w 648977"/>
                <a:gd name="connsiteY25" fmla="*/ 221225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89953 w 648977"/>
                <a:gd name="connsiteY22" fmla="*/ 376842 h 986852"/>
                <a:gd name="connsiteX23" fmla="*/ 110110 w 648977"/>
                <a:gd name="connsiteY23" fmla="*/ 363565 h 986852"/>
                <a:gd name="connsiteX24" fmla="*/ 123864 w 648977"/>
                <a:gd name="connsiteY24" fmla="*/ 285120 h 986852"/>
                <a:gd name="connsiteX25" fmla="*/ 140315 w 648977"/>
                <a:gd name="connsiteY25" fmla="*/ 221225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  <a:gd name="connsiteX0" fmla="*/ 384415 w 648977"/>
                <a:gd name="connsiteY0" fmla="*/ 43186 h 986852"/>
                <a:gd name="connsiteX1" fmla="*/ 445810 w 648977"/>
                <a:gd name="connsiteY1" fmla="*/ 156810 h 986852"/>
                <a:gd name="connsiteX2" fmla="*/ 484269 w 648977"/>
                <a:gd name="connsiteY2" fmla="*/ 282872 h 986852"/>
                <a:gd name="connsiteX3" fmla="*/ 519352 w 648977"/>
                <a:gd name="connsiteY3" fmla="*/ 285069 h 986852"/>
                <a:gd name="connsiteX4" fmla="*/ 564847 w 648977"/>
                <a:gd name="connsiteY4" fmla="*/ 308600 h 986852"/>
                <a:gd name="connsiteX5" fmla="*/ 594679 w 648977"/>
                <a:gd name="connsiteY5" fmla="*/ 356424 h 986852"/>
                <a:gd name="connsiteX6" fmla="*/ 617846 w 648977"/>
                <a:gd name="connsiteY6" fmla="*/ 414431 h 986852"/>
                <a:gd name="connsiteX7" fmla="*/ 643184 w 648977"/>
                <a:gd name="connsiteY7" fmla="*/ 524432 h 986852"/>
                <a:gd name="connsiteX8" fmla="*/ 648668 w 648977"/>
                <a:gd name="connsiteY8" fmla="*/ 633066 h 986852"/>
                <a:gd name="connsiteX9" fmla="*/ 637136 w 648977"/>
                <a:gd name="connsiteY9" fmla="*/ 755487 h 986852"/>
                <a:gd name="connsiteX10" fmla="*/ 597637 w 648977"/>
                <a:gd name="connsiteY10" fmla="*/ 898168 h 986852"/>
                <a:gd name="connsiteX11" fmla="*/ 535154 w 648977"/>
                <a:gd name="connsiteY11" fmla="*/ 967235 h 986852"/>
                <a:gd name="connsiteX12" fmla="*/ 437431 w 648977"/>
                <a:gd name="connsiteY12" fmla="*/ 981709 h 986852"/>
                <a:gd name="connsiteX13" fmla="*/ 320773 w 648977"/>
                <a:gd name="connsiteY13" fmla="*/ 984190 h 986852"/>
                <a:gd name="connsiteX14" fmla="*/ 185036 w 648977"/>
                <a:gd name="connsiteY14" fmla="*/ 976195 h 986852"/>
                <a:gd name="connsiteX15" fmla="*/ 97953 w 648977"/>
                <a:gd name="connsiteY15" fmla="*/ 969439 h 986852"/>
                <a:gd name="connsiteX16" fmla="*/ 36717 w 648977"/>
                <a:gd name="connsiteY16" fmla="*/ 863428 h 986852"/>
                <a:gd name="connsiteX17" fmla="*/ 3594 w 648977"/>
                <a:gd name="connsiteY17" fmla="*/ 740049 h 986852"/>
                <a:gd name="connsiteX18" fmla="*/ 2022 w 648977"/>
                <a:gd name="connsiteY18" fmla="*/ 633071 h 986852"/>
                <a:gd name="connsiteX19" fmla="*/ 13654 w 648977"/>
                <a:gd name="connsiteY19" fmla="*/ 532573 h 986852"/>
                <a:gd name="connsiteX20" fmla="*/ 30725 w 648977"/>
                <a:gd name="connsiteY20" fmla="*/ 458269 h 986852"/>
                <a:gd name="connsiteX21" fmla="*/ 60758 w 648977"/>
                <a:gd name="connsiteY21" fmla="*/ 406711 h 986852"/>
                <a:gd name="connsiteX22" fmla="*/ 89953 w 648977"/>
                <a:gd name="connsiteY22" fmla="*/ 376842 h 986852"/>
                <a:gd name="connsiteX23" fmla="*/ 110110 w 648977"/>
                <a:gd name="connsiteY23" fmla="*/ 363565 h 986852"/>
                <a:gd name="connsiteX24" fmla="*/ 123864 w 648977"/>
                <a:gd name="connsiteY24" fmla="*/ 285120 h 986852"/>
                <a:gd name="connsiteX25" fmla="*/ 140315 w 648977"/>
                <a:gd name="connsiteY25" fmla="*/ 221225 h 986852"/>
                <a:gd name="connsiteX26" fmla="*/ 156285 w 648977"/>
                <a:gd name="connsiteY26" fmla="*/ 182740 h 986852"/>
                <a:gd name="connsiteX27" fmla="*/ 175627 w 648977"/>
                <a:gd name="connsiteY27" fmla="*/ 128516 h 986852"/>
                <a:gd name="connsiteX28" fmla="*/ 194019 w 648977"/>
                <a:gd name="connsiteY28" fmla="*/ 88630 h 986852"/>
                <a:gd name="connsiteX29" fmla="*/ 221937 w 648977"/>
                <a:gd name="connsiteY29" fmla="*/ 45390 h 986852"/>
                <a:gd name="connsiteX30" fmla="*/ 261827 w 648977"/>
                <a:gd name="connsiteY30" fmla="*/ 9243 h 986852"/>
                <a:gd name="connsiteX31" fmla="*/ 317815 w 648977"/>
                <a:gd name="connsiteY31" fmla="*/ 413 h 986852"/>
                <a:gd name="connsiteX32" fmla="*/ 384415 w 648977"/>
                <a:gd name="connsiteY32" fmla="*/ 43186 h 98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48977" h="986852">
                  <a:moveTo>
                    <a:pt x="384415" y="43186"/>
                  </a:moveTo>
                  <a:cubicBezTo>
                    <a:pt x="427261" y="103586"/>
                    <a:pt x="429168" y="116862"/>
                    <a:pt x="445810" y="156810"/>
                  </a:cubicBezTo>
                  <a:cubicBezTo>
                    <a:pt x="462452" y="196758"/>
                    <a:pt x="472012" y="261496"/>
                    <a:pt x="484269" y="282872"/>
                  </a:cubicBezTo>
                  <a:cubicBezTo>
                    <a:pt x="496526" y="304248"/>
                    <a:pt x="505922" y="280781"/>
                    <a:pt x="519352" y="285069"/>
                  </a:cubicBezTo>
                  <a:cubicBezTo>
                    <a:pt x="532782" y="289357"/>
                    <a:pt x="552293" y="296708"/>
                    <a:pt x="564847" y="308600"/>
                  </a:cubicBezTo>
                  <a:cubicBezTo>
                    <a:pt x="577401" y="320492"/>
                    <a:pt x="585846" y="338786"/>
                    <a:pt x="594679" y="356424"/>
                  </a:cubicBezTo>
                  <a:cubicBezTo>
                    <a:pt x="603512" y="374063"/>
                    <a:pt x="609762" y="386430"/>
                    <a:pt x="617846" y="414431"/>
                  </a:cubicBezTo>
                  <a:cubicBezTo>
                    <a:pt x="625930" y="442432"/>
                    <a:pt x="638047" y="487993"/>
                    <a:pt x="643184" y="524432"/>
                  </a:cubicBezTo>
                  <a:cubicBezTo>
                    <a:pt x="648321" y="560871"/>
                    <a:pt x="649676" y="594557"/>
                    <a:pt x="648668" y="633066"/>
                  </a:cubicBezTo>
                  <a:cubicBezTo>
                    <a:pt x="647660" y="671575"/>
                    <a:pt x="645641" y="711303"/>
                    <a:pt x="637136" y="755487"/>
                  </a:cubicBezTo>
                  <a:cubicBezTo>
                    <a:pt x="628631" y="799671"/>
                    <a:pt x="614634" y="862877"/>
                    <a:pt x="597637" y="898168"/>
                  </a:cubicBezTo>
                  <a:cubicBezTo>
                    <a:pt x="580640" y="933459"/>
                    <a:pt x="561855" y="953312"/>
                    <a:pt x="535154" y="967235"/>
                  </a:cubicBezTo>
                  <a:cubicBezTo>
                    <a:pt x="508453" y="981158"/>
                    <a:pt x="473161" y="978883"/>
                    <a:pt x="437431" y="981709"/>
                  </a:cubicBezTo>
                  <a:cubicBezTo>
                    <a:pt x="401701" y="984535"/>
                    <a:pt x="346696" y="990209"/>
                    <a:pt x="320773" y="984190"/>
                  </a:cubicBezTo>
                  <a:cubicBezTo>
                    <a:pt x="281556" y="982857"/>
                    <a:pt x="222173" y="978653"/>
                    <a:pt x="185036" y="976195"/>
                  </a:cubicBezTo>
                  <a:cubicBezTo>
                    <a:pt x="147899" y="973737"/>
                    <a:pt x="133202" y="989966"/>
                    <a:pt x="97953" y="969439"/>
                  </a:cubicBezTo>
                  <a:cubicBezTo>
                    <a:pt x="69653" y="952959"/>
                    <a:pt x="52443" y="901660"/>
                    <a:pt x="36717" y="863428"/>
                  </a:cubicBezTo>
                  <a:cubicBezTo>
                    <a:pt x="20991" y="825196"/>
                    <a:pt x="9376" y="778442"/>
                    <a:pt x="3594" y="740049"/>
                  </a:cubicBezTo>
                  <a:cubicBezTo>
                    <a:pt x="-2188" y="701656"/>
                    <a:pt x="345" y="667650"/>
                    <a:pt x="2022" y="633071"/>
                  </a:cubicBezTo>
                  <a:cubicBezTo>
                    <a:pt x="3699" y="598492"/>
                    <a:pt x="8870" y="561707"/>
                    <a:pt x="13654" y="532573"/>
                  </a:cubicBezTo>
                  <a:cubicBezTo>
                    <a:pt x="18438" y="503439"/>
                    <a:pt x="22874" y="479246"/>
                    <a:pt x="30725" y="458269"/>
                  </a:cubicBezTo>
                  <a:cubicBezTo>
                    <a:pt x="38576" y="437292"/>
                    <a:pt x="50887" y="420282"/>
                    <a:pt x="60758" y="406711"/>
                  </a:cubicBezTo>
                  <a:cubicBezTo>
                    <a:pt x="70629" y="393140"/>
                    <a:pt x="81728" y="384033"/>
                    <a:pt x="89953" y="376842"/>
                  </a:cubicBezTo>
                  <a:cubicBezTo>
                    <a:pt x="98178" y="369651"/>
                    <a:pt x="104458" y="372694"/>
                    <a:pt x="110110" y="363565"/>
                  </a:cubicBezTo>
                  <a:cubicBezTo>
                    <a:pt x="118690" y="349708"/>
                    <a:pt x="118830" y="308843"/>
                    <a:pt x="123864" y="285120"/>
                  </a:cubicBezTo>
                  <a:cubicBezTo>
                    <a:pt x="128898" y="261397"/>
                    <a:pt x="127976" y="260355"/>
                    <a:pt x="140315" y="221225"/>
                  </a:cubicBezTo>
                  <a:cubicBezTo>
                    <a:pt x="155254" y="185174"/>
                    <a:pt x="150400" y="198191"/>
                    <a:pt x="156285" y="182740"/>
                  </a:cubicBezTo>
                  <a:cubicBezTo>
                    <a:pt x="162170" y="167289"/>
                    <a:pt x="169338" y="144201"/>
                    <a:pt x="175627" y="128516"/>
                  </a:cubicBezTo>
                  <a:cubicBezTo>
                    <a:pt x="181916" y="112831"/>
                    <a:pt x="186301" y="102484"/>
                    <a:pt x="194019" y="88630"/>
                  </a:cubicBezTo>
                  <a:cubicBezTo>
                    <a:pt x="201737" y="74776"/>
                    <a:pt x="239599" y="26919"/>
                    <a:pt x="221937" y="45390"/>
                  </a:cubicBezTo>
                  <a:cubicBezTo>
                    <a:pt x="219990" y="41496"/>
                    <a:pt x="264906" y="12322"/>
                    <a:pt x="261827" y="9243"/>
                  </a:cubicBezTo>
                  <a:cubicBezTo>
                    <a:pt x="288723" y="5273"/>
                    <a:pt x="289619" y="-1775"/>
                    <a:pt x="317815" y="413"/>
                  </a:cubicBezTo>
                  <a:cubicBezTo>
                    <a:pt x="365742" y="20194"/>
                    <a:pt x="343891" y="11704"/>
                    <a:pt x="384415" y="43186"/>
                  </a:cubicBezTo>
                  <a:close/>
                </a:path>
              </a:pathLst>
            </a:cu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C6E11D0-13F1-4343-9817-B3EDDA29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2348" y="4065993"/>
              <a:ext cx="1689100" cy="1100048"/>
            </a:xfrm>
            <a:prstGeom prst="rect">
              <a:avLst/>
            </a:prstGeom>
          </p:spPr>
        </p:pic>
      </p:grpSp>
      <p:sp>
        <p:nvSpPr>
          <p:cNvPr id="2" name="圆角矩形 1">
            <a:extLst>
              <a:ext uri="{FF2B5EF4-FFF2-40B4-BE49-F238E27FC236}">
                <a16:creationId xmlns:a16="http://schemas.microsoft.com/office/drawing/2014/main" id="{01E30319-9CB8-3640-BE29-B0DF72CD85E4}"/>
              </a:ext>
            </a:extLst>
          </p:cNvPr>
          <p:cNvSpPr/>
          <p:nvPr/>
        </p:nvSpPr>
        <p:spPr>
          <a:xfrm>
            <a:off x="814872" y="1804883"/>
            <a:ext cx="1689101" cy="1056014"/>
          </a:xfrm>
          <a:prstGeom prst="roundRect">
            <a:avLst/>
          </a:prstGeom>
          <a:solidFill>
            <a:schemeClr val="bg1">
              <a:lumMod val="9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07C3F4F-D008-474C-A852-1EE11513505C}"/>
              </a:ext>
            </a:extLst>
          </p:cNvPr>
          <p:cNvGrpSpPr/>
          <p:nvPr/>
        </p:nvGrpSpPr>
        <p:grpSpPr>
          <a:xfrm>
            <a:off x="2973598" y="1903267"/>
            <a:ext cx="3883483" cy="1036007"/>
            <a:chOff x="4088944" y="1375641"/>
            <a:chExt cx="3883483" cy="103600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37ECCD1-64D1-4544-A4EE-8EF0890F0FDE}"/>
                </a:ext>
              </a:extLst>
            </p:cNvPr>
            <p:cNvSpPr/>
            <p:nvPr/>
          </p:nvSpPr>
          <p:spPr>
            <a:xfrm flipH="1">
              <a:off x="4088944" y="1703762"/>
              <a:ext cx="3883483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4000" b="0" cap="none" spc="0" dirty="0">
                  <a:ln w="0"/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STLiti" panose="02010800040101010101" pitchFamily="2" charset="-122"/>
                  <a:ea typeface="STLiti" panose="02010800040101010101" pitchFamily="2" charset="-122"/>
                </a:rPr>
                <a:t>HS</a:t>
              </a:r>
              <a:endParaRPr lang="zh-CN" altLang="en-US" sz="4000" b="0" cap="none" spc="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TLiti" panose="02010800040101010101" pitchFamily="2" charset="-122"/>
                <a:ea typeface="STLiti" panose="02010800040101010101" pitchFamily="2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020708A-F271-8A45-ABB5-E911C26BD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7886" y="1375641"/>
              <a:ext cx="1625600" cy="101600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8B94D2C-59BC-884B-8276-C9A344F73D83}"/>
              </a:ext>
            </a:extLst>
          </p:cNvPr>
          <p:cNvGrpSpPr/>
          <p:nvPr/>
        </p:nvGrpSpPr>
        <p:grpSpPr>
          <a:xfrm>
            <a:off x="771460" y="3743641"/>
            <a:ext cx="1656127" cy="1655999"/>
            <a:chOff x="771460" y="3743641"/>
            <a:chExt cx="1656127" cy="165599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F016058-1D7D-9949-9408-86AC92FFCC1B}"/>
                </a:ext>
              </a:extLst>
            </p:cNvPr>
            <p:cNvSpPr/>
            <p:nvPr/>
          </p:nvSpPr>
          <p:spPr>
            <a:xfrm>
              <a:off x="771460" y="3743641"/>
              <a:ext cx="1656127" cy="1655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4FC51A6-78C8-8E49-B49D-211826BF0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132" r="335"/>
            <a:stretch/>
          </p:blipFill>
          <p:spPr>
            <a:xfrm>
              <a:off x="782013" y="4025540"/>
              <a:ext cx="1635020" cy="109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370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STLiti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6</cp:revision>
  <dcterms:created xsi:type="dcterms:W3CDTF">2020-01-11T09:07:46Z</dcterms:created>
  <dcterms:modified xsi:type="dcterms:W3CDTF">2020-01-11T11:21:21Z</dcterms:modified>
</cp:coreProperties>
</file>